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57" r:id="rId3"/>
    <p:sldId id="258" r:id="rId4"/>
    <p:sldId id="259" r:id="rId5"/>
    <p:sldId id="260" r:id="rId6"/>
    <p:sldId id="262" r:id="rId7"/>
    <p:sldId id="263" r:id="rId8"/>
    <p:sldId id="264" r:id="rId9"/>
    <p:sldId id="265" r:id="rId10"/>
    <p:sldId id="267" r:id="rId11"/>
    <p:sldId id="261" r:id="rId12"/>
    <p:sldId id="273" r:id="rId13"/>
    <p:sldId id="266"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800260-4FD2-4458-BD35-9AE07BCE0173}" v="8" dt="2025-12-18T15:37:21.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ry MARIE" userId="45c706dba8e4c8ae" providerId="LiveId" clId="{FBC9FE68-1A96-445C-B1E7-C511894F8A54}"/>
    <pc:docChg chg="undo redo custSel addSld modSld">
      <pc:chgData name="Lory MARIE" userId="45c706dba8e4c8ae" providerId="LiveId" clId="{FBC9FE68-1A96-445C-B1E7-C511894F8A54}" dt="2025-12-18T15:37:52.568" v="846" actId="14100"/>
      <pc:docMkLst>
        <pc:docMk/>
      </pc:docMkLst>
      <pc:sldChg chg="modSp mod">
        <pc:chgData name="Lory MARIE" userId="45c706dba8e4c8ae" providerId="LiveId" clId="{FBC9FE68-1A96-445C-B1E7-C511894F8A54}" dt="2025-12-16T21:36:57.043" v="755" actId="313"/>
        <pc:sldMkLst>
          <pc:docMk/>
          <pc:sldMk cId="2004226860" sldId="256"/>
        </pc:sldMkLst>
        <pc:spChg chg="mod">
          <ac:chgData name="Lory MARIE" userId="45c706dba8e4c8ae" providerId="LiveId" clId="{FBC9FE68-1A96-445C-B1E7-C511894F8A54}" dt="2025-12-16T20:27:10.890" v="43" actId="14100"/>
          <ac:spMkLst>
            <pc:docMk/>
            <pc:sldMk cId="2004226860" sldId="256"/>
            <ac:spMk id="2" creationId="{9821F4C7-0A12-4DD9-C3DA-85F845CDC98F}"/>
          </ac:spMkLst>
        </pc:spChg>
        <pc:spChg chg="mod">
          <ac:chgData name="Lory MARIE" userId="45c706dba8e4c8ae" providerId="LiveId" clId="{FBC9FE68-1A96-445C-B1E7-C511894F8A54}" dt="2025-12-16T21:36:57.043" v="755" actId="313"/>
          <ac:spMkLst>
            <pc:docMk/>
            <pc:sldMk cId="2004226860" sldId="256"/>
            <ac:spMk id="3" creationId="{1274E4D7-F918-493D-FEFD-F51E0D598A47}"/>
          </ac:spMkLst>
        </pc:spChg>
      </pc:sldChg>
      <pc:sldChg chg="modSp new mod">
        <pc:chgData name="Lory MARIE" userId="45c706dba8e4c8ae" providerId="LiveId" clId="{FBC9FE68-1A96-445C-B1E7-C511894F8A54}" dt="2025-12-16T20:29:45.857" v="133" actId="20577"/>
        <pc:sldMkLst>
          <pc:docMk/>
          <pc:sldMk cId="3460827599" sldId="257"/>
        </pc:sldMkLst>
        <pc:spChg chg="mod">
          <ac:chgData name="Lory MARIE" userId="45c706dba8e4c8ae" providerId="LiveId" clId="{FBC9FE68-1A96-445C-B1E7-C511894F8A54}" dt="2025-12-16T20:29:24.194" v="129"/>
          <ac:spMkLst>
            <pc:docMk/>
            <pc:sldMk cId="3460827599" sldId="257"/>
            <ac:spMk id="2" creationId="{0D92F51B-B9FF-8C57-F4BB-389E8E8DE601}"/>
          </ac:spMkLst>
        </pc:spChg>
        <pc:spChg chg="mod">
          <ac:chgData name="Lory MARIE" userId="45c706dba8e4c8ae" providerId="LiveId" clId="{FBC9FE68-1A96-445C-B1E7-C511894F8A54}" dt="2025-12-16T20:29:45.857" v="133" actId="20577"/>
          <ac:spMkLst>
            <pc:docMk/>
            <pc:sldMk cId="3460827599" sldId="257"/>
            <ac:spMk id="3" creationId="{69567241-6070-5F7B-ABD4-AE745810BC1A}"/>
          </ac:spMkLst>
        </pc:spChg>
      </pc:sldChg>
      <pc:sldChg chg="modSp new mod">
        <pc:chgData name="Lory MARIE" userId="45c706dba8e4c8ae" providerId="LiveId" clId="{FBC9FE68-1A96-445C-B1E7-C511894F8A54}" dt="2025-12-16T20:40:44.986" v="150" actId="14100"/>
        <pc:sldMkLst>
          <pc:docMk/>
          <pc:sldMk cId="139932487" sldId="258"/>
        </pc:sldMkLst>
        <pc:spChg chg="mod">
          <ac:chgData name="Lory MARIE" userId="45c706dba8e4c8ae" providerId="LiveId" clId="{FBC9FE68-1A96-445C-B1E7-C511894F8A54}" dt="2025-12-16T20:40:39.739" v="147" actId="14100"/>
          <ac:spMkLst>
            <pc:docMk/>
            <pc:sldMk cId="139932487" sldId="258"/>
            <ac:spMk id="2" creationId="{8AF38298-FE77-1A11-2487-00D011F635A6}"/>
          </ac:spMkLst>
        </pc:spChg>
        <pc:spChg chg="mod">
          <ac:chgData name="Lory MARIE" userId="45c706dba8e4c8ae" providerId="LiveId" clId="{FBC9FE68-1A96-445C-B1E7-C511894F8A54}" dt="2025-12-16T20:40:44.986" v="150" actId="14100"/>
          <ac:spMkLst>
            <pc:docMk/>
            <pc:sldMk cId="139932487" sldId="258"/>
            <ac:spMk id="3" creationId="{82D743D4-A6BA-96ED-69CB-AA17D33FCB3F}"/>
          </ac:spMkLst>
        </pc:spChg>
      </pc:sldChg>
      <pc:sldChg chg="modSp new mod">
        <pc:chgData name="Lory MARIE" userId="45c706dba8e4c8ae" providerId="LiveId" clId="{FBC9FE68-1A96-445C-B1E7-C511894F8A54}" dt="2025-12-16T20:43:04.501" v="169" actId="1076"/>
        <pc:sldMkLst>
          <pc:docMk/>
          <pc:sldMk cId="4276163494" sldId="259"/>
        </pc:sldMkLst>
        <pc:spChg chg="mod">
          <ac:chgData name="Lory MARIE" userId="45c706dba8e4c8ae" providerId="LiveId" clId="{FBC9FE68-1A96-445C-B1E7-C511894F8A54}" dt="2025-12-16T20:43:04.501" v="169" actId="1076"/>
          <ac:spMkLst>
            <pc:docMk/>
            <pc:sldMk cId="4276163494" sldId="259"/>
            <ac:spMk id="2" creationId="{DC75C01B-1A3F-9591-3317-F999FC6D5CA6}"/>
          </ac:spMkLst>
        </pc:spChg>
        <pc:spChg chg="mod">
          <ac:chgData name="Lory MARIE" userId="45c706dba8e4c8ae" providerId="LiveId" clId="{FBC9FE68-1A96-445C-B1E7-C511894F8A54}" dt="2025-12-16T20:42:38.807" v="168" actId="14100"/>
          <ac:spMkLst>
            <pc:docMk/>
            <pc:sldMk cId="4276163494" sldId="259"/>
            <ac:spMk id="3" creationId="{AD486931-EE0C-92C5-75D2-3CA5F28AE669}"/>
          </ac:spMkLst>
        </pc:spChg>
      </pc:sldChg>
      <pc:sldChg chg="modSp new mod">
        <pc:chgData name="Lory MARIE" userId="45c706dba8e4c8ae" providerId="LiveId" clId="{FBC9FE68-1A96-445C-B1E7-C511894F8A54}" dt="2025-12-16T21:08:50.219" v="604" actId="20577"/>
        <pc:sldMkLst>
          <pc:docMk/>
          <pc:sldMk cId="2284690218" sldId="260"/>
        </pc:sldMkLst>
        <pc:spChg chg="mod">
          <ac:chgData name="Lory MARIE" userId="45c706dba8e4c8ae" providerId="LiveId" clId="{FBC9FE68-1A96-445C-B1E7-C511894F8A54}" dt="2025-12-16T20:43:34.338" v="171"/>
          <ac:spMkLst>
            <pc:docMk/>
            <pc:sldMk cId="2284690218" sldId="260"/>
            <ac:spMk id="2" creationId="{29FB7387-012B-B8F1-741D-1A8876535FE5}"/>
          </ac:spMkLst>
        </pc:spChg>
        <pc:spChg chg="mod">
          <ac:chgData name="Lory MARIE" userId="45c706dba8e4c8ae" providerId="LiveId" clId="{FBC9FE68-1A96-445C-B1E7-C511894F8A54}" dt="2025-12-16T21:08:50.219" v="604" actId="20577"/>
          <ac:spMkLst>
            <pc:docMk/>
            <pc:sldMk cId="2284690218" sldId="260"/>
            <ac:spMk id="3" creationId="{A63FCBBF-759E-88CC-BC90-2276CE4D6FF2}"/>
          </ac:spMkLst>
        </pc:spChg>
      </pc:sldChg>
      <pc:sldChg chg="modSp new mod">
        <pc:chgData name="Lory MARIE" userId="45c706dba8e4c8ae" providerId="LiveId" clId="{FBC9FE68-1A96-445C-B1E7-C511894F8A54}" dt="2025-12-16T20:54:21.580" v="203" actId="27636"/>
        <pc:sldMkLst>
          <pc:docMk/>
          <pc:sldMk cId="79470150" sldId="261"/>
        </pc:sldMkLst>
        <pc:spChg chg="mod">
          <ac:chgData name="Lory MARIE" userId="45c706dba8e4c8ae" providerId="LiveId" clId="{FBC9FE68-1A96-445C-B1E7-C511894F8A54}" dt="2025-12-16T20:54:08.918" v="201"/>
          <ac:spMkLst>
            <pc:docMk/>
            <pc:sldMk cId="79470150" sldId="261"/>
            <ac:spMk id="2" creationId="{F746EDD8-4644-8028-A7B2-05BEF3155B9D}"/>
          </ac:spMkLst>
        </pc:spChg>
        <pc:spChg chg="mod">
          <ac:chgData name="Lory MARIE" userId="45c706dba8e4c8ae" providerId="LiveId" clId="{FBC9FE68-1A96-445C-B1E7-C511894F8A54}" dt="2025-12-16T20:54:21.580" v="203" actId="27636"/>
          <ac:spMkLst>
            <pc:docMk/>
            <pc:sldMk cId="79470150" sldId="261"/>
            <ac:spMk id="3" creationId="{0AA54082-AEB9-52C8-2100-27D771836B09}"/>
          </ac:spMkLst>
        </pc:spChg>
      </pc:sldChg>
      <pc:sldChg chg="addSp delSp modSp new mod setBg setClrOvrMap">
        <pc:chgData name="Lory MARIE" userId="45c706dba8e4c8ae" providerId="LiveId" clId="{FBC9FE68-1A96-445C-B1E7-C511894F8A54}" dt="2025-12-16T21:02:16.814" v="452" actId="122"/>
        <pc:sldMkLst>
          <pc:docMk/>
          <pc:sldMk cId="2539475514" sldId="262"/>
        </pc:sldMkLst>
        <pc:spChg chg="mod ord">
          <ac:chgData name="Lory MARIE" userId="45c706dba8e4c8ae" providerId="LiveId" clId="{FBC9FE68-1A96-445C-B1E7-C511894F8A54}" dt="2025-12-16T21:02:16.814" v="452" actId="122"/>
          <ac:spMkLst>
            <pc:docMk/>
            <pc:sldMk cId="2539475514" sldId="262"/>
            <ac:spMk id="2" creationId="{A611E658-32C5-BF5E-05E6-21A42BEB2F35}"/>
          </ac:spMkLst>
        </pc:spChg>
        <pc:picChg chg="add mod">
          <ac:chgData name="Lory MARIE" userId="45c706dba8e4c8ae" providerId="LiveId" clId="{FBC9FE68-1A96-445C-B1E7-C511894F8A54}" dt="2025-12-16T21:02:07.736" v="451" actId="1076"/>
          <ac:picMkLst>
            <pc:docMk/>
            <pc:sldMk cId="2539475514" sldId="262"/>
            <ac:picMk id="48" creationId="{AC94C5F9-53F2-461F-0D18-F78E848650B1}"/>
          </ac:picMkLst>
        </pc:picChg>
      </pc:sldChg>
      <pc:sldChg chg="addSp delSp modSp new mod">
        <pc:chgData name="Lory MARIE" userId="45c706dba8e4c8ae" providerId="LiveId" clId="{FBC9FE68-1A96-445C-B1E7-C511894F8A54}" dt="2025-12-16T21:03:35.367" v="486" actId="14100"/>
        <pc:sldMkLst>
          <pc:docMk/>
          <pc:sldMk cId="3065278772" sldId="263"/>
        </pc:sldMkLst>
        <pc:spChg chg="mod">
          <ac:chgData name="Lory MARIE" userId="45c706dba8e4c8ae" providerId="LiveId" clId="{FBC9FE68-1A96-445C-B1E7-C511894F8A54}" dt="2025-12-16T21:02:31.295" v="478" actId="20577"/>
          <ac:spMkLst>
            <pc:docMk/>
            <pc:sldMk cId="3065278772" sldId="263"/>
            <ac:spMk id="2" creationId="{E4FD9C1E-438E-DD43-5BDD-4D9E677A039C}"/>
          </ac:spMkLst>
        </pc:spChg>
        <pc:picChg chg="add mod">
          <ac:chgData name="Lory MARIE" userId="45c706dba8e4c8ae" providerId="LiveId" clId="{FBC9FE68-1A96-445C-B1E7-C511894F8A54}" dt="2025-12-16T21:03:35.367" v="486" actId="14100"/>
          <ac:picMkLst>
            <pc:docMk/>
            <pc:sldMk cId="3065278772" sldId="263"/>
            <ac:picMk id="5" creationId="{6B6F41A1-F36D-9E0C-EB98-580C8B9A1BEC}"/>
          </ac:picMkLst>
        </pc:picChg>
      </pc:sldChg>
      <pc:sldChg chg="addSp delSp modSp new mod setBg">
        <pc:chgData name="Lory MARIE" userId="45c706dba8e4c8ae" providerId="LiveId" clId="{FBC9FE68-1A96-445C-B1E7-C511894F8A54}" dt="2025-12-16T21:04:31.137" v="513" actId="26606"/>
        <pc:sldMkLst>
          <pc:docMk/>
          <pc:sldMk cId="132397218" sldId="264"/>
        </pc:sldMkLst>
        <pc:spChg chg="mod">
          <ac:chgData name="Lory MARIE" userId="45c706dba8e4c8ae" providerId="LiveId" clId="{FBC9FE68-1A96-445C-B1E7-C511894F8A54}" dt="2025-12-16T21:04:31.137" v="513" actId="26606"/>
          <ac:spMkLst>
            <pc:docMk/>
            <pc:sldMk cId="132397218" sldId="264"/>
            <ac:spMk id="2" creationId="{B5133A36-387B-FAAA-15E7-514E71F98A2D}"/>
          </ac:spMkLst>
        </pc:spChg>
        <pc:picChg chg="add mod">
          <ac:chgData name="Lory MARIE" userId="45c706dba8e4c8ae" providerId="LiveId" clId="{FBC9FE68-1A96-445C-B1E7-C511894F8A54}" dt="2025-12-16T21:04:31.137" v="513" actId="26606"/>
          <ac:picMkLst>
            <pc:docMk/>
            <pc:sldMk cId="132397218" sldId="264"/>
            <ac:picMk id="5" creationId="{2252A88B-4EC5-DAE0-6F29-5D152B2B5601}"/>
          </ac:picMkLst>
        </pc:picChg>
      </pc:sldChg>
      <pc:sldChg chg="addSp delSp modSp new mod">
        <pc:chgData name="Lory MARIE" userId="45c706dba8e4c8ae" providerId="LiveId" clId="{FBC9FE68-1A96-445C-B1E7-C511894F8A54}" dt="2025-12-16T21:06:25.375" v="561" actId="1076"/>
        <pc:sldMkLst>
          <pc:docMk/>
          <pc:sldMk cId="3870305884" sldId="265"/>
        </pc:sldMkLst>
        <pc:spChg chg="mod">
          <ac:chgData name="Lory MARIE" userId="45c706dba8e4c8ae" providerId="LiveId" clId="{FBC9FE68-1A96-445C-B1E7-C511894F8A54}" dt="2025-12-16T21:06:14.558" v="558" actId="122"/>
          <ac:spMkLst>
            <pc:docMk/>
            <pc:sldMk cId="3870305884" sldId="265"/>
            <ac:spMk id="2" creationId="{7489F151-DF8B-40AB-42FF-0E423533F4B8}"/>
          </ac:spMkLst>
        </pc:spChg>
        <pc:picChg chg="add mod">
          <ac:chgData name="Lory MARIE" userId="45c706dba8e4c8ae" providerId="LiveId" clId="{FBC9FE68-1A96-445C-B1E7-C511894F8A54}" dt="2025-12-16T21:06:25.375" v="561" actId="1076"/>
          <ac:picMkLst>
            <pc:docMk/>
            <pc:sldMk cId="3870305884" sldId="265"/>
            <ac:picMk id="5" creationId="{9877ACD8-83E5-893A-1F7D-9E91A4385D64}"/>
          </ac:picMkLst>
        </pc:picChg>
      </pc:sldChg>
      <pc:sldChg chg="modSp new mod">
        <pc:chgData name="Lory MARIE" userId="45c706dba8e4c8ae" providerId="LiveId" clId="{FBC9FE68-1A96-445C-B1E7-C511894F8A54}" dt="2025-12-16T21:08:08.486" v="572" actId="14100"/>
        <pc:sldMkLst>
          <pc:docMk/>
          <pc:sldMk cId="2928326954" sldId="266"/>
        </pc:sldMkLst>
        <pc:spChg chg="mod">
          <ac:chgData name="Lory MARIE" userId="45c706dba8e4c8ae" providerId="LiveId" clId="{FBC9FE68-1A96-445C-B1E7-C511894F8A54}" dt="2025-12-16T21:07:20.809" v="563"/>
          <ac:spMkLst>
            <pc:docMk/>
            <pc:sldMk cId="2928326954" sldId="266"/>
            <ac:spMk id="2" creationId="{BD3318D9-F8E7-2494-B110-D6ACA0FE9272}"/>
          </ac:spMkLst>
        </pc:spChg>
        <pc:spChg chg="mod">
          <ac:chgData name="Lory MARIE" userId="45c706dba8e4c8ae" providerId="LiveId" clId="{FBC9FE68-1A96-445C-B1E7-C511894F8A54}" dt="2025-12-16T21:08:08.486" v="572" actId="14100"/>
          <ac:spMkLst>
            <pc:docMk/>
            <pc:sldMk cId="2928326954" sldId="266"/>
            <ac:spMk id="3" creationId="{5CCDBB71-1BA7-4A08-A543-A1259E9DBB12}"/>
          </ac:spMkLst>
        </pc:spChg>
      </pc:sldChg>
      <pc:sldChg chg="addSp delSp modSp new mod setBg">
        <pc:chgData name="Lory MARIE" userId="45c706dba8e4c8ae" providerId="LiveId" clId="{FBC9FE68-1A96-445C-B1E7-C511894F8A54}" dt="2025-12-16T21:15:10.680" v="714" actId="122"/>
        <pc:sldMkLst>
          <pc:docMk/>
          <pc:sldMk cId="746435444" sldId="267"/>
        </pc:sldMkLst>
        <pc:spChg chg="mod">
          <ac:chgData name="Lory MARIE" userId="45c706dba8e4c8ae" providerId="LiveId" clId="{FBC9FE68-1A96-445C-B1E7-C511894F8A54}" dt="2025-12-16T21:15:10.680" v="714" actId="122"/>
          <ac:spMkLst>
            <pc:docMk/>
            <pc:sldMk cId="746435444" sldId="267"/>
            <ac:spMk id="2" creationId="{95F3DDD4-F1A1-9B7C-3B94-56702EE4746F}"/>
          </ac:spMkLst>
        </pc:spChg>
        <pc:picChg chg="add mod">
          <ac:chgData name="Lory MARIE" userId="45c706dba8e4c8ae" providerId="LiveId" clId="{FBC9FE68-1A96-445C-B1E7-C511894F8A54}" dt="2025-12-16T21:13:49.547" v="693" actId="1076"/>
          <ac:picMkLst>
            <pc:docMk/>
            <pc:sldMk cId="746435444" sldId="267"/>
            <ac:picMk id="11" creationId="{3D252A73-22FA-FF04-B08B-C35621ED1351}"/>
          </ac:picMkLst>
        </pc:picChg>
        <pc:picChg chg="add mod">
          <ac:chgData name="Lory MARIE" userId="45c706dba8e4c8ae" providerId="LiveId" clId="{FBC9FE68-1A96-445C-B1E7-C511894F8A54}" dt="2025-12-16T21:14:51.746" v="710" actId="1076"/>
          <ac:picMkLst>
            <pc:docMk/>
            <pc:sldMk cId="746435444" sldId="267"/>
            <ac:picMk id="14" creationId="{30B83A4C-6D1A-0B12-27A6-83B0AE3354FD}"/>
          </ac:picMkLst>
        </pc:picChg>
        <pc:picChg chg="add mod">
          <ac:chgData name="Lory MARIE" userId="45c706dba8e4c8ae" providerId="LiveId" clId="{FBC9FE68-1A96-445C-B1E7-C511894F8A54}" dt="2025-12-16T21:15:04.323" v="713" actId="14100"/>
          <ac:picMkLst>
            <pc:docMk/>
            <pc:sldMk cId="746435444" sldId="267"/>
            <ac:picMk id="19" creationId="{3498327D-3002-FE6E-90A4-E1BF4A1D2636}"/>
          </ac:picMkLst>
        </pc:picChg>
      </pc:sldChg>
      <pc:sldChg chg="modSp new mod">
        <pc:chgData name="Lory MARIE" userId="45c706dba8e4c8ae" providerId="LiveId" clId="{FBC9FE68-1A96-445C-B1E7-C511894F8A54}" dt="2025-12-16T21:34:47.566" v="739" actId="20577"/>
        <pc:sldMkLst>
          <pc:docMk/>
          <pc:sldMk cId="2597554732" sldId="268"/>
        </pc:sldMkLst>
        <pc:spChg chg="mod">
          <ac:chgData name="Lory MARIE" userId="45c706dba8e4c8ae" providerId="LiveId" clId="{FBC9FE68-1A96-445C-B1E7-C511894F8A54}" dt="2025-12-16T21:15:59.990" v="716"/>
          <ac:spMkLst>
            <pc:docMk/>
            <pc:sldMk cId="2597554732" sldId="268"/>
            <ac:spMk id="2" creationId="{B8054CE7-8053-3802-E17F-E4B29831D3D6}"/>
          </ac:spMkLst>
        </pc:spChg>
        <pc:spChg chg="mod">
          <ac:chgData name="Lory MARIE" userId="45c706dba8e4c8ae" providerId="LiveId" clId="{FBC9FE68-1A96-445C-B1E7-C511894F8A54}" dt="2025-12-16T21:34:47.566" v="739" actId="20577"/>
          <ac:spMkLst>
            <pc:docMk/>
            <pc:sldMk cId="2597554732" sldId="268"/>
            <ac:spMk id="3" creationId="{97B527F8-92CE-7433-3A7F-E189ACCF274E}"/>
          </ac:spMkLst>
        </pc:spChg>
      </pc:sldChg>
      <pc:sldChg chg="modSp new mod">
        <pc:chgData name="Lory MARIE" userId="45c706dba8e4c8ae" providerId="LiveId" clId="{FBC9FE68-1A96-445C-B1E7-C511894F8A54}" dt="2025-12-16T21:34:42.053" v="737" actId="20577"/>
        <pc:sldMkLst>
          <pc:docMk/>
          <pc:sldMk cId="4223790769" sldId="269"/>
        </pc:sldMkLst>
        <pc:spChg chg="mod">
          <ac:chgData name="Lory MARIE" userId="45c706dba8e4c8ae" providerId="LiveId" clId="{FBC9FE68-1A96-445C-B1E7-C511894F8A54}" dt="2025-12-16T21:16:30.636" v="722"/>
          <ac:spMkLst>
            <pc:docMk/>
            <pc:sldMk cId="4223790769" sldId="269"/>
            <ac:spMk id="2" creationId="{82DDA985-C024-560E-CE5E-7ABEE49D6190}"/>
          </ac:spMkLst>
        </pc:spChg>
        <pc:spChg chg="mod">
          <ac:chgData name="Lory MARIE" userId="45c706dba8e4c8ae" providerId="LiveId" clId="{FBC9FE68-1A96-445C-B1E7-C511894F8A54}" dt="2025-12-16T21:34:42.053" v="737" actId="20577"/>
          <ac:spMkLst>
            <pc:docMk/>
            <pc:sldMk cId="4223790769" sldId="269"/>
            <ac:spMk id="3" creationId="{22D0D493-073C-FEDC-A79E-45DEC0FF03F4}"/>
          </ac:spMkLst>
        </pc:spChg>
      </pc:sldChg>
      <pc:sldChg chg="modSp new mod">
        <pc:chgData name="Lory MARIE" userId="45c706dba8e4c8ae" providerId="LiveId" clId="{FBC9FE68-1A96-445C-B1E7-C511894F8A54}" dt="2025-12-16T21:34:33.048" v="735" actId="20577"/>
        <pc:sldMkLst>
          <pc:docMk/>
          <pc:sldMk cId="3546568998" sldId="270"/>
        </pc:sldMkLst>
        <pc:spChg chg="mod">
          <ac:chgData name="Lory MARIE" userId="45c706dba8e4c8ae" providerId="LiveId" clId="{FBC9FE68-1A96-445C-B1E7-C511894F8A54}" dt="2025-12-16T21:34:15.023" v="731"/>
          <ac:spMkLst>
            <pc:docMk/>
            <pc:sldMk cId="3546568998" sldId="270"/>
            <ac:spMk id="2" creationId="{A0D0CC80-2A53-0ED9-872D-AE64BA14DB93}"/>
          </ac:spMkLst>
        </pc:spChg>
        <pc:spChg chg="mod">
          <ac:chgData name="Lory MARIE" userId="45c706dba8e4c8ae" providerId="LiveId" clId="{FBC9FE68-1A96-445C-B1E7-C511894F8A54}" dt="2025-12-16T21:34:33.048" v="735" actId="20577"/>
          <ac:spMkLst>
            <pc:docMk/>
            <pc:sldMk cId="3546568998" sldId="270"/>
            <ac:spMk id="3" creationId="{CA6FF487-883C-0E14-CD69-93BB2347E0BF}"/>
          </ac:spMkLst>
        </pc:spChg>
      </pc:sldChg>
      <pc:sldChg chg="modSp new mod">
        <pc:chgData name="Lory MARIE" userId="45c706dba8e4c8ae" providerId="LiveId" clId="{FBC9FE68-1A96-445C-B1E7-C511894F8A54}" dt="2025-12-16T21:35:27.070" v="745" actId="20577"/>
        <pc:sldMkLst>
          <pc:docMk/>
          <pc:sldMk cId="3930055290" sldId="271"/>
        </pc:sldMkLst>
        <pc:spChg chg="mod">
          <ac:chgData name="Lory MARIE" userId="45c706dba8e4c8ae" providerId="LiveId" clId="{FBC9FE68-1A96-445C-B1E7-C511894F8A54}" dt="2025-12-16T21:35:13.197" v="741"/>
          <ac:spMkLst>
            <pc:docMk/>
            <pc:sldMk cId="3930055290" sldId="271"/>
            <ac:spMk id="2" creationId="{805EC030-0968-4C9F-E915-3DD60C8807C1}"/>
          </ac:spMkLst>
        </pc:spChg>
        <pc:spChg chg="mod">
          <ac:chgData name="Lory MARIE" userId="45c706dba8e4c8ae" providerId="LiveId" clId="{FBC9FE68-1A96-445C-B1E7-C511894F8A54}" dt="2025-12-16T21:35:27.070" v="745" actId="20577"/>
          <ac:spMkLst>
            <pc:docMk/>
            <pc:sldMk cId="3930055290" sldId="271"/>
            <ac:spMk id="3" creationId="{E48757BB-B0D5-8524-40AB-2EB27BA4914A}"/>
          </ac:spMkLst>
        </pc:spChg>
      </pc:sldChg>
      <pc:sldChg chg="modSp new mod">
        <pc:chgData name="Lory MARIE" userId="45c706dba8e4c8ae" providerId="LiveId" clId="{FBC9FE68-1A96-445C-B1E7-C511894F8A54}" dt="2025-12-16T21:36:21.349" v="753" actId="27636"/>
        <pc:sldMkLst>
          <pc:docMk/>
          <pc:sldMk cId="1699241851" sldId="272"/>
        </pc:sldMkLst>
        <pc:spChg chg="mod">
          <ac:chgData name="Lory MARIE" userId="45c706dba8e4c8ae" providerId="LiveId" clId="{FBC9FE68-1A96-445C-B1E7-C511894F8A54}" dt="2025-12-16T21:36:02.076" v="747"/>
          <ac:spMkLst>
            <pc:docMk/>
            <pc:sldMk cId="1699241851" sldId="272"/>
            <ac:spMk id="2" creationId="{DC9583E6-7F93-3848-33F4-FF6CA274B45F}"/>
          </ac:spMkLst>
        </pc:spChg>
        <pc:spChg chg="mod">
          <ac:chgData name="Lory MARIE" userId="45c706dba8e4c8ae" providerId="LiveId" clId="{FBC9FE68-1A96-445C-B1E7-C511894F8A54}" dt="2025-12-16T21:36:21.349" v="753" actId="27636"/>
          <ac:spMkLst>
            <pc:docMk/>
            <pc:sldMk cId="1699241851" sldId="272"/>
            <ac:spMk id="3" creationId="{634BD9E3-B4D2-265A-835C-8FE90260721D}"/>
          </ac:spMkLst>
        </pc:spChg>
      </pc:sldChg>
      <pc:sldChg chg="addSp delSp modSp new mod">
        <pc:chgData name="Lory MARIE" userId="45c706dba8e4c8ae" providerId="LiveId" clId="{FBC9FE68-1A96-445C-B1E7-C511894F8A54}" dt="2025-12-18T15:37:52.568" v="846" actId="14100"/>
        <pc:sldMkLst>
          <pc:docMk/>
          <pc:sldMk cId="3608011863" sldId="273"/>
        </pc:sldMkLst>
        <pc:spChg chg="mod">
          <ac:chgData name="Lory MARIE" userId="45c706dba8e4c8ae" providerId="LiveId" clId="{FBC9FE68-1A96-445C-B1E7-C511894F8A54}" dt="2025-12-18T15:36:19.231" v="822" actId="14100"/>
          <ac:spMkLst>
            <pc:docMk/>
            <pc:sldMk cId="3608011863" sldId="273"/>
            <ac:spMk id="2" creationId="{F0A0C901-AFBC-C82F-2B4E-2F432BDCA4D1}"/>
          </ac:spMkLst>
        </pc:spChg>
        <pc:spChg chg="del">
          <ac:chgData name="Lory MARIE" userId="45c706dba8e4c8ae" providerId="LiveId" clId="{FBC9FE68-1A96-445C-B1E7-C511894F8A54}" dt="2025-12-18T15:33:42.722" v="779" actId="931"/>
          <ac:spMkLst>
            <pc:docMk/>
            <pc:sldMk cId="3608011863" sldId="273"/>
            <ac:spMk id="3" creationId="{E65C65F3-222E-7004-420E-24EEC6161ABB}"/>
          </ac:spMkLst>
        </pc:spChg>
        <pc:picChg chg="add mod">
          <ac:chgData name="Lory MARIE" userId="45c706dba8e4c8ae" providerId="LiveId" clId="{FBC9FE68-1A96-445C-B1E7-C511894F8A54}" dt="2025-12-18T15:36:24.448" v="823" actId="1076"/>
          <ac:picMkLst>
            <pc:docMk/>
            <pc:sldMk cId="3608011863" sldId="273"/>
            <ac:picMk id="5" creationId="{EB9DEBC0-7F25-062D-5281-CCF0335AA411}"/>
          </ac:picMkLst>
        </pc:picChg>
        <pc:picChg chg="add mod">
          <ac:chgData name="Lory MARIE" userId="45c706dba8e4c8ae" providerId="LiveId" clId="{FBC9FE68-1A96-445C-B1E7-C511894F8A54}" dt="2025-12-18T15:36:28.967" v="824" actId="1076"/>
          <ac:picMkLst>
            <pc:docMk/>
            <pc:sldMk cId="3608011863" sldId="273"/>
            <ac:picMk id="7" creationId="{A3B89999-0CEF-1C8C-5CBF-C8A94CD85426}"/>
          </ac:picMkLst>
        </pc:picChg>
        <pc:picChg chg="add mod">
          <ac:chgData name="Lory MARIE" userId="45c706dba8e4c8ae" providerId="LiveId" clId="{FBC9FE68-1A96-445C-B1E7-C511894F8A54}" dt="2025-12-18T15:36:36.403" v="827" actId="1076"/>
          <ac:picMkLst>
            <pc:docMk/>
            <pc:sldMk cId="3608011863" sldId="273"/>
            <ac:picMk id="9" creationId="{D093E156-19C2-2EA9-2FFC-0E1547815DA2}"/>
          </ac:picMkLst>
        </pc:picChg>
        <pc:picChg chg="add mod">
          <ac:chgData name="Lory MARIE" userId="45c706dba8e4c8ae" providerId="LiveId" clId="{FBC9FE68-1A96-445C-B1E7-C511894F8A54}" dt="2025-12-18T15:36:33.835" v="826" actId="1076"/>
          <ac:picMkLst>
            <pc:docMk/>
            <pc:sldMk cId="3608011863" sldId="273"/>
            <ac:picMk id="11" creationId="{B6501823-E4E3-6AAC-E705-A3F4FF82BB3F}"/>
          </ac:picMkLst>
        </pc:picChg>
        <pc:picChg chg="add mod">
          <ac:chgData name="Lory MARIE" userId="45c706dba8e4c8ae" providerId="LiveId" clId="{FBC9FE68-1A96-445C-B1E7-C511894F8A54}" dt="2025-12-18T15:36:42.703" v="828" actId="1076"/>
          <ac:picMkLst>
            <pc:docMk/>
            <pc:sldMk cId="3608011863" sldId="273"/>
            <ac:picMk id="13" creationId="{68363CDE-6D1A-FBDB-1BDA-A2CEB1C9B3DC}"/>
          </ac:picMkLst>
        </pc:picChg>
        <pc:picChg chg="add mod">
          <ac:chgData name="Lory MARIE" userId="45c706dba8e4c8ae" providerId="LiveId" clId="{FBC9FE68-1A96-445C-B1E7-C511894F8A54}" dt="2025-12-18T15:36:48.240" v="829" actId="1076"/>
          <ac:picMkLst>
            <pc:docMk/>
            <pc:sldMk cId="3608011863" sldId="273"/>
            <ac:picMk id="15" creationId="{46041209-DE2B-9F78-0B88-A24B9344A12C}"/>
          </ac:picMkLst>
        </pc:picChg>
        <pc:picChg chg="add mod">
          <ac:chgData name="Lory MARIE" userId="45c706dba8e4c8ae" providerId="LiveId" clId="{FBC9FE68-1A96-445C-B1E7-C511894F8A54}" dt="2025-12-18T15:37:52.568" v="846" actId="14100"/>
          <ac:picMkLst>
            <pc:docMk/>
            <pc:sldMk cId="3608011863" sldId="273"/>
            <ac:picMk id="17" creationId="{AA2ABF22-E591-F427-B704-25033CD9ED81}"/>
          </ac:picMkLst>
        </pc:picChg>
        <pc:picChg chg="add mod">
          <ac:chgData name="Lory MARIE" userId="45c706dba8e4c8ae" providerId="LiveId" clId="{FBC9FE68-1A96-445C-B1E7-C511894F8A54}" dt="2025-12-18T15:37:48.908" v="845" actId="14100"/>
          <ac:picMkLst>
            <pc:docMk/>
            <pc:sldMk cId="3608011863" sldId="273"/>
            <ac:picMk id="19" creationId="{DACA48C7-7B86-8FB8-F179-33CB68A4634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626991-AA9A-4DFD-8A94-35EF76BE7CCE}" type="datetimeFigureOut">
              <a:rPr lang="fr-FR" smtClean="0"/>
              <a:t>16/12/2025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D4C185-8B2F-4E1D-AE42-5ABC24E9570B}" type="slidenum">
              <a:rPr lang="fr-FR" smtClean="0"/>
              <a:t>‹N°›</a:t>
            </a:fld>
            <a:endParaRPr lang="fr-FR"/>
          </a:p>
        </p:txBody>
      </p:sp>
    </p:spTree>
    <p:extLst>
      <p:ext uri="{BB962C8B-B14F-4D97-AF65-F5344CB8AC3E}">
        <p14:creationId xmlns:p14="http://schemas.microsoft.com/office/powerpoint/2010/main" val="687403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1D4C185-8B2F-4E1D-AE42-5ABC24E9570B}" type="slidenum">
              <a:rPr lang="fr-FR" smtClean="0"/>
              <a:t>13</a:t>
            </a:fld>
            <a:endParaRPr lang="fr-FR"/>
          </a:p>
        </p:txBody>
      </p:sp>
    </p:spTree>
    <p:extLst>
      <p:ext uri="{BB962C8B-B14F-4D97-AF65-F5344CB8AC3E}">
        <p14:creationId xmlns:p14="http://schemas.microsoft.com/office/powerpoint/2010/main" val="612943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1D4C185-8B2F-4E1D-AE42-5ABC24E9570B}" type="slidenum">
              <a:rPr lang="fr-FR" smtClean="0"/>
              <a:t>18</a:t>
            </a:fld>
            <a:endParaRPr lang="fr-FR"/>
          </a:p>
        </p:txBody>
      </p:sp>
    </p:spTree>
    <p:extLst>
      <p:ext uri="{BB962C8B-B14F-4D97-AF65-F5344CB8AC3E}">
        <p14:creationId xmlns:p14="http://schemas.microsoft.com/office/powerpoint/2010/main" val="35412563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12/16/2025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8A87A34-81AB-432B-8DAE-1953F412C126}" type="datetimeFigureOut">
              <a:rPr lang="en-US" dirty="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a:t>Cliquez sur l'icône pour ajouter une image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12/16/2025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12/16/2025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fr-FR"/>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12/16/2025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 Id="rId9" Type="http://schemas.openxmlformats.org/officeDocument/2006/relationships/image" Target="../media/image17.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21F4C7-0A12-4DD9-C3DA-85F845CDC98F}"/>
              </a:ext>
            </a:extLst>
          </p:cNvPr>
          <p:cNvSpPr>
            <a:spLocks noGrp="1"/>
          </p:cNvSpPr>
          <p:nvPr>
            <p:ph type="ctrTitle"/>
          </p:nvPr>
        </p:nvSpPr>
        <p:spPr>
          <a:xfrm>
            <a:off x="1876424" y="1122363"/>
            <a:ext cx="8791575" cy="1261608"/>
          </a:xfrm>
        </p:spPr>
        <p:txBody>
          <a:bodyPr>
            <a:noAutofit/>
          </a:bodyPr>
          <a:lstStyle/>
          <a:p>
            <a:pPr algn="ctr"/>
            <a:r>
              <a:rPr lang="fr-FR" sz="6600" dirty="0"/>
              <a:t>Trouve ton artisan</a:t>
            </a:r>
          </a:p>
        </p:txBody>
      </p:sp>
      <p:sp>
        <p:nvSpPr>
          <p:cNvPr id="3" name="Sous-titre 2">
            <a:extLst>
              <a:ext uri="{FF2B5EF4-FFF2-40B4-BE49-F238E27FC236}">
                <a16:creationId xmlns:a16="http://schemas.microsoft.com/office/drawing/2014/main" id="{1274E4D7-F918-493D-FEFD-F51E0D598A47}"/>
              </a:ext>
            </a:extLst>
          </p:cNvPr>
          <p:cNvSpPr>
            <a:spLocks noGrp="1"/>
          </p:cNvSpPr>
          <p:nvPr>
            <p:ph type="subTitle" idx="1"/>
          </p:nvPr>
        </p:nvSpPr>
        <p:spPr/>
        <p:txBody>
          <a:bodyPr>
            <a:normAutofit/>
          </a:bodyPr>
          <a:lstStyle/>
          <a:p>
            <a:r>
              <a:rPr lang="fr-FR" sz="3600" dirty="0"/>
              <a:t>Diaporama qui présente mon projet du nom de « trouve ton </a:t>
            </a:r>
            <a:r>
              <a:rPr lang="fr-FR" sz="3600" dirty="0" err="1"/>
              <a:t>artisant</a:t>
            </a:r>
            <a:r>
              <a:rPr lang="fr-FR" sz="3600" dirty="0"/>
              <a:t> »</a:t>
            </a:r>
          </a:p>
        </p:txBody>
      </p:sp>
    </p:spTree>
    <p:extLst>
      <p:ext uri="{BB962C8B-B14F-4D97-AF65-F5344CB8AC3E}">
        <p14:creationId xmlns:p14="http://schemas.microsoft.com/office/powerpoint/2010/main" val="2004226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92F51B-B9FF-8C57-F4BB-389E8E8DE601}"/>
              </a:ext>
            </a:extLst>
          </p:cNvPr>
          <p:cNvSpPr>
            <a:spLocks noGrp="1"/>
          </p:cNvSpPr>
          <p:nvPr>
            <p:ph type="title"/>
          </p:nvPr>
        </p:nvSpPr>
        <p:spPr/>
        <p:txBody>
          <a:bodyPr/>
          <a:lstStyle/>
          <a:p>
            <a:r>
              <a:rPr lang="fr-FR" dirty="0"/>
              <a:t>🔹 Introduction</a:t>
            </a:r>
          </a:p>
        </p:txBody>
      </p:sp>
      <p:sp>
        <p:nvSpPr>
          <p:cNvPr id="3" name="Espace réservé du contenu 2">
            <a:extLst>
              <a:ext uri="{FF2B5EF4-FFF2-40B4-BE49-F238E27FC236}">
                <a16:creationId xmlns:a16="http://schemas.microsoft.com/office/drawing/2014/main" id="{69567241-6070-5F7B-ABD4-AE745810BC1A}"/>
              </a:ext>
            </a:extLst>
          </p:cNvPr>
          <p:cNvSpPr>
            <a:spLocks noGrp="1"/>
          </p:cNvSpPr>
          <p:nvPr>
            <p:ph idx="1"/>
          </p:nvPr>
        </p:nvSpPr>
        <p:spPr/>
        <p:txBody>
          <a:bodyPr>
            <a:normAutofit fontScale="85000" lnSpcReduction="10000"/>
          </a:bodyPr>
          <a:lstStyle/>
          <a:p>
            <a:r>
              <a:rPr lang="fr-FR" dirty="0"/>
              <a:t>Bonjour,</a:t>
            </a:r>
          </a:p>
          <a:p>
            <a:r>
              <a:rPr lang="fr-FR" dirty="0"/>
              <a:t>Je vais vous présenter mon projet intitulé </a:t>
            </a:r>
            <a:r>
              <a:rPr lang="fr-FR" b="1" dirty="0"/>
              <a:t>« Trouve ton artisan »</a:t>
            </a:r>
            <a:r>
              <a:rPr lang="fr-FR" dirty="0"/>
              <a:t>, que j’ai réalisé dans le cadre de ma formation de </a:t>
            </a:r>
            <a:r>
              <a:rPr lang="fr-FR" b="1" dirty="0"/>
              <a:t>Développeur Web et Web Mobile</a:t>
            </a:r>
            <a:r>
              <a:rPr lang="fr-FR" dirty="0"/>
              <a:t>.</a:t>
            </a:r>
          </a:p>
          <a:p>
            <a:r>
              <a:rPr lang="fr-FR" dirty="0"/>
              <a:t>L’objectif de ce projet est de proposer une </a:t>
            </a:r>
            <a:r>
              <a:rPr lang="fr-FR" b="1" dirty="0"/>
              <a:t>plateforme web permettant aux utilisateurs de trouver facilement des artisans ou des entreprises locales</a:t>
            </a:r>
            <a:r>
              <a:rPr lang="fr-FR" dirty="0"/>
              <a:t>, classés par domaine d’activité, de consulter leurs informations détaillées et de les contacter directement via le site.</a:t>
            </a:r>
          </a:p>
          <a:p>
            <a:r>
              <a:rPr lang="fr-FR" dirty="0"/>
              <a:t>Ce projet m’a permis de mettre en pratique </a:t>
            </a:r>
            <a:r>
              <a:rPr lang="fr-FR" b="1" dirty="0"/>
              <a:t>l’ensemble des compétences </a:t>
            </a:r>
            <a:r>
              <a:rPr lang="fr-FR" b="1" dirty="0" err="1"/>
              <a:t>front-end</a:t>
            </a:r>
            <a:r>
              <a:rPr lang="fr-FR" b="1" dirty="0"/>
              <a:t> et </a:t>
            </a:r>
            <a:r>
              <a:rPr lang="fr-FR" b="1" dirty="0" err="1"/>
              <a:t>back-end</a:t>
            </a:r>
            <a:r>
              <a:rPr lang="fr-FR" dirty="0"/>
              <a:t>, ainsi que des notions d’architecture, de sécurité, de SEO et de qualité logicielle.</a:t>
            </a:r>
          </a:p>
        </p:txBody>
      </p:sp>
    </p:spTree>
    <p:extLst>
      <p:ext uri="{BB962C8B-B14F-4D97-AF65-F5344CB8AC3E}">
        <p14:creationId xmlns:p14="http://schemas.microsoft.com/office/powerpoint/2010/main" val="3460827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F38298-FE77-1A11-2487-00D011F635A6}"/>
              </a:ext>
            </a:extLst>
          </p:cNvPr>
          <p:cNvSpPr>
            <a:spLocks noGrp="1"/>
          </p:cNvSpPr>
          <p:nvPr>
            <p:ph type="title"/>
          </p:nvPr>
        </p:nvSpPr>
        <p:spPr>
          <a:xfrm>
            <a:off x="1141413" y="618518"/>
            <a:ext cx="9905998" cy="1046996"/>
          </a:xfrm>
        </p:spPr>
        <p:txBody>
          <a:bodyPr>
            <a:normAutofit fontScale="90000"/>
          </a:bodyPr>
          <a:lstStyle/>
          <a:p>
            <a:br>
              <a:rPr lang="fr-FR" dirty="0"/>
            </a:br>
            <a:r>
              <a:rPr lang="fr-FR" b="1" dirty="0"/>
              <a:t>🔹 Contexte et besoins</a:t>
            </a:r>
            <a:br>
              <a:rPr lang="fr-FR" b="1" dirty="0"/>
            </a:br>
            <a:endParaRPr lang="fr-FR" dirty="0"/>
          </a:p>
        </p:txBody>
      </p:sp>
      <p:sp>
        <p:nvSpPr>
          <p:cNvPr id="3" name="Espace réservé du contenu 2">
            <a:extLst>
              <a:ext uri="{FF2B5EF4-FFF2-40B4-BE49-F238E27FC236}">
                <a16:creationId xmlns:a16="http://schemas.microsoft.com/office/drawing/2014/main" id="{82D743D4-A6BA-96ED-69CB-AA17D33FCB3F}"/>
              </a:ext>
            </a:extLst>
          </p:cNvPr>
          <p:cNvSpPr>
            <a:spLocks noGrp="1"/>
          </p:cNvSpPr>
          <p:nvPr>
            <p:ph idx="1"/>
          </p:nvPr>
        </p:nvSpPr>
        <p:spPr>
          <a:xfrm>
            <a:off x="1141412" y="1665514"/>
            <a:ext cx="9905999" cy="5192485"/>
          </a:xfrm>
        </p:spPr>
        <p:txBody>
          <a:bodyPr>
            <a:normAutofit fontScale="70000" lnSpcReduction="20000"/>
          </a:bodyPr>
          <a:lstStyle/>
          <a:p>
            <a:r>
              <a:rPr lang="fr-FR" dirty="0"/>
              <a:t>Le besoin principal était de créer un site :</a:t>
            </a:r>
          </a:p>
          <a:p>
            <a:r>
              <a:rPr lang="fr-FR" dirty="0"/>
              <a:t>simple d’utilisation,</a:t>
            </a:r>
          </a:p>
          <a:p>
            <a:r>
              <a:rPr lang="fr-FR" dirty="0"/>
              <a:t>accessible sur ordinateur et mobile,</a:t>
            </a:r>
          </a:p>
          <a:p>
            <a:r>
              <a:rPr lang="fr-FR" dirty="0"/>
              <a:t>capable de gérer des données dynamiques,</a:t>
            </a:r>
          </a:p>
          <a:p>
            <a:r>
              <a:rPr lang="fr-FR" dirty="0"/>
              <a:t>et structuré de façon professionnelle.</a:t>
            </a:r>
          </a:p>
          <a:p>
            <a:r>
              <a:rPr lang="fr-FR" dirty="0"/>
              <a:t>Les utilisateurs doivent pouvoir :</a:t>
            </a:r>
          </a:p>
          <a:p>
            <a:r>
              <a:rPr lang="fr-FR" dirty="0"/>
              <a:t>rechercher un artisan par catégorie ou par nom,</a:t>
            </a:r>
          </a:p>
          <a:p>
            <a:r>
              <a:rPr lang="fr-FR" dirty="0"/>
              <a:t>consulter une fiche détaillée,</a:t>
            </a:r>
          </a:p>
          <a:p>
            <a:r>
              <a:rPr lang="fr-FR" dirty="0"/>
              <a:t>et envoyer un message de contact.</a:t>
            </a:r>
          </a:p>
          <a:p>
            <a:r>
              <a:rPr lang="fr-FR" dirty="0"/>
              <a:t>Du côté technique, le site devait être :</a:t>
            </a:r>
          </a:p>
          <a:p>
            <a:r>
              <a:rPr lang="fr-FR" dirty="0"/>
              <a:t>évolutif,</a:t>
            </a:r>
          </a:p>
          <a:p>
            <a:r>
              <a:rPr lang="fr-FR" dirty="0"/>
              <a:t>maintenable,</a:t>
            </a:r>
          </a:p>
          <a:p>
            <a:r>
              <a:rPr lang="fr-FR" dirty="0"/>
              <a:t>et découplé entre le frontend et le backend.</a:t>
            </a:r>
          </a:p>
        </p:txBody>
      </p:sp>
    </p:spTree>
    <p:extLst>
      <p:ext uri="{BB962C8B-B14F-4D97-AF65-F5344CB8AC3E}">
        <p14:creationId xmlns:p14="http://schemas.microsoft.com/office/powerpoint/2010/main" val="139932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5C01B-1A3F-9591-3317-F999FC6D5CA6}"/>
              </a:ext>
            </a:extLst>
          </p:cNvPr>
          <p:cNvSpPr>
            <a:spLocks noGrp="1"/>
          </p:cNvSpPr>
          <p:nvPr>
            <p:ph type="title"/>
          </p:nvPr>
        </p:nvSpPr>
        <p:spPr>
          <a:xfrm>
            <a:off x="1072587" y="2458"/>
            <a:ext cx="9905998" cy="1143000"/>
          </a:xfrm>
        </p:spPr>
        <p:txBody>
          <a:bodyPr/>
          <a:lstStyle/>
          <a:p>
            <a:r>
              <a:rPr lang="fr-FR" dirty="0"/>
              <a:t>🔹 Fonctionnalités principales</a:t>
            </a:r>
          </a:p>
        </p:txBody>
      </p:sp>
      <p:sp>
        <p:nvSpPr>
          <p:cNvPr id="3" name="Espace réservé du contenu 2">
            <a:extLst>
              <a:ext uri="{FF2B5EF4-FFF2-40B4-BE49-F238E27FC236}">
                <a16:creationId xmlns:a16="http://schemas.microsoft.com/office/drawing/2014/main" id="{AD486931-EE0C-92C5-75D2-3CA5F28AE669}"/>
              </a:ext>
            </a:extLst>
          </p:cNvPr>
          <p:cNvSpPr>
            <a:spLocks noGrp="1"/>
          </p:cNvSpPr>
          <p:nvPr>
            <p:ph idx="1"/>
          </p:nvPr>
        </p:nvSpPr>
        <p:spPr>
          <a:xfrm>
            <a:off x="884902" y="1143000"/>
            <a:ext cx="10550013" cy="5714999"/>
          </a:xfrm>
        </p:spPr>
        <p:txBody>
          <a:bodyPr>
            <a:normAutofit fontScale="55000" lnSpcReduction="20000"/>
          </a:bodyPr>
          <a:lstStyle/>
          <a:p>
            <a:r>
              <a:rPr lang="fr-FR" dirty="0"/>
              <a:t>Le site propose plusieurs fonctionnalités clés.</a:t>
            </a:r>
          </a:p>
          <a:p>
            <a:r>
              <a:rPr lang="fr-FR" dirty="0"/>
              <a:t>Tout d’abord, l’utilisateur peut </a:t>
            </a:r>
            <a:r>
              <a:rPr lang="fr-FR" b="1" dirty="0"/>
              <a:t>naviguer par catégorie d’artisanat</a:t>
            </a:r>
            <a:r>
              <a:rPr lang="fr-FR" dirty="0"/>
              <a:t> : bâtiment, services, fabrication ou alimentation.</a:t>
            </a:r>
            <a:br>
              <a:rPr lang="fr-FR" dirty="0"/>
            </a:br>
            <a:r>
              <a:rPr lang="fr-FR" dirty="0"/>
              <a:t>Chaque catégorie affiche uniquement les artisans correspondants, récupérés depuis l’API.</a:t>
            </a:r>
          </a:p>
          <a:p>
            <a:r>
              <a:rPr lang="fr-FR" dirty="0"/>
              <a:t>Ensuite, la page d’accueil met en avant </a:t>
            </a:r>
            <a:r>
              <a:rPr lang="fr-FR" b="1" dirty="0"/>
              <a:t>les trois artisans les mieux notés du mois</a:t>
            </a:r>
            <a:r>
              <a:rPr lang="fr-FR" dirty="0"/>
              <a:t>, ce qui permet de valoriser les professionnels les plus appréciés.</a:t>
            </a:r>
          </a:p>
          <a:p>
            <a:r>
              <a:rPr lang="fr-FR" dirty="0"/>
              <a:t>Une </a:t>
            </a:r>
            <a:r>
              <a:rPr lang="fr-FR" b="1" dirty="0"/>
              <a:t>barre de recherche intelligente</a:t>
            </a:r>
            <a:r>
              <a:rPr lang="fr-FR" dirty="0"/>
              <a:t> est accessible sur toutes les pages.</a:t>
            </a:r>
            <a:br>
              <a:rPr lang="fr-FR" dirty="0"/>
            </a:br>
            <a:r>
              <a:rPr lang="fr-FR" dirty="0"/>
              <a:t>Elle permet soit de rediriger vers une catégorie, soit d’accéder directement à la fiche d’un artisan en tapant son nom.</a:t>
            </a:r>
          </a:p>
          <a:p>
            <a:r>
              <a:rPr lang="fr-FR" dirty="0"/>
              <a:t>Chaque artisan possède une </a:t>
            </a:r>
            <a:r>
              <a:rPr lang="fr-FR" b="1" dirty="0"/>
              <a:t>fiche détaillée</a:t>
            </a:r>
            <a:r>
              <a:rPr lang="fr-FR" dirty="0"/>
              <a:t>, avec :</a:t>
            </a:r>
          </a:p>
          <a:p>
            <a:r>
              <a:rPr lang="fr-FR" dirty="0"/>
              <a:t>son nom,</a:t>
            </a:r>
          </a:p>
          <a:p>
            <a:r>
              <a:rPr lang="fr-FR" dirty="0"/>
              <a:t>sa spécialité,</a:t>
            </a:r>
          </a:p>
          <a:p>
            <a:r>
              <a:rPr lang="fr-FR" dirty="0"/>
              <a:t>sa ville,</a:t>
            </a:r>
          </a:p>
          <a:p>
            <a:r>
              <a:rPr lang="fr-FR" dirty="0"/>
              <a:t>une note affichée sous forme d’étoiles,</a:t>
            </a:r>
          </a:p>
          <a:p>
            <a:r>
              <a:rPr lang="fr-FR" dirty="0"/>
              <a:t>une description,</a:t>
            </a:r>
          </a:p>
          <a:p>
            <a:r>
              <a:rPr lang="fr-FR" dirty="0"/>
              <a:t>et éventuellement un lien vers son site web.</a:t>
            </a:r>
          </a:p>
          <a:p>
            <a:r>
              <a:rPr lang="fr-FR" dirty="0"/>
              <a:t>Un </a:t>
            </a:r>
            <a:r>
              <a:rPr lang="fr-FR" b="1" dirty="0"/>
              <a:t>formulaire de contact</a:t>
            </a:r>
            <a:r>
              <a:rPr lang="fr-FR" dirty="0"/>
              <a:t> est intégré à cette fiche, permettant à l’utilisateur d’envoyer un message.</a:t>
            </a:r>
            <a:br>
              <a:rPr lang="fr-FR" dirty="0"/>
            </a:br>
            <a:r>
              <a:rPr lang="fr-FR" dirty="0"/>
              <a:t>Une confirmation immédiate est affichée après l’envoi.</a:t>
            </a:r>
          </a:p>
          <a:p>
            <a:r>
              <a:rPr lang="fr-FR" dirty="0"/>
              <a:t>Enfin, le site gère correctement les erreurs, avec une </a:t>
            </a:r>
            <a:r>
              <a:rPr lang="fr-FR" b="1" dirty="0"/>
              <a:t>page “Not </a:t>
            </a:r>
            <a:r>
              <a:rPr lang="fr-FR" b="1" dirty="0" err="1"/>
              <a:t>Found</a:t>
            </a:r>
            <a:r>
              <a:rPr lang="fr-FR" b="1" dirty="0"/>
              <a:t>”</a:t>
            </a:r>
            <a:r>
              <a:rPr lang="fr-FR" dirty="0"/>
              <a:t>, et intègre une </a:t>
            </a:r>
            <a:r>
              <a:rPr lang="fr-FR" b="1" dirty="0"/>
              <a:t>optimisation SEO</a:t>
            </a:r>
            <a:r>
              <a:rPr lang="fr-FR" dirty="0"/>
              <a:t> grâce à des balises dynamiques.</a:t>
            </a:r>
          </a:p>
        </p:txBody>
      </p:sp>
    </p:spTree>
    <p:extLst>
      <p:ext uri="{BB962C8B-B14F-4D97-AF65-F5344CB8AC3E}">
        <p14:creationId xmlns:p14="http://schemas.microsoft.com/office/powerpoint/2010/main" val="4276163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FB7387-012B-B8F1-741D-1A8876535FE5}"/>
              </a:ext>
            </a:extLst>
          </p:cNvPr>
          <p:cNvSpPr>
            <a:spLocks noGrp="1"/>
          </p:cNvSpPr>
          <p:nvPr>
            <p:ph type="title"/>
          </p:nvPr>
        </p:nvSpPr>
        <p:spPr/>
        <p:txBody>
          <a:bodyPr/>
          <a:lstStyle/>
          <a:p>
            <a:r>
              <a:rPr lang="fr-FR" dirty="0"/>
              <a:t>🔹 Architecture technique</a:t>
            </a:r>
          </a:p>
        </p:txBody>
      </p:sp>
      <p:sp>
        <p:nvSpPr>
          <p:cNvPr id="3" name="Espace réservé du contenu 2">
            <a:extLst>
              <a:ext uri="{FF2B5EF4-FFF2-40B4-BE49-F238E27FC236}">
                <a16:creationId xmlns:a16="http://schemas.microsoft.com/office/drawing/2014/main" id="{A63FCBBF-759E-88CC-BC90-2276CE4D6FF2}"/>
              </a:ext>
            </a:extLst>
          </p:cNvPr>
          <p:cNvSpPr>
            <a:spLocks noGrp="1"/>
          </p:cNvSpPr>
          <p:nvPr>
            <p:ph idx="1"/>
          </p:nvPr>
        </p:nvSpPr>
        <p:spPr/>
        <p:txBody>
          <a:bodyPr/>
          <a:lstStyle/>
          <a:p>
            <a:r>
              <a:rPr lang="fr-FR" dirty="0"/>
              <a:t>Le projet est basé sur une </a:t>
            </a:r>
            <a:r>
              <a:rPr lang="fr-FR" b="1" dirty="0"/>
              <a:t>architecture full-stack</a:t>
            </a:r>
            <a:r>
              <a:rPr lang="fr-FR" dirty="0"/>
              <a:t>, divisée en deux parties indépendantes.</a:t>
            </a:r>
          </a:p>
          <a:p>
            <a:r>
              <a:rPr lang="fr-FR" dirty="0"/>
              <a:t>Le Frontend</a:t>
            </a:r>
          </a:p>
          <a:p>
            <a:r>
              <a:rPr lang="fr-FR" dirty="0"/>
              <a:t>Le Backend</a:t>
            </a:r>
          </a:p>
          <a:p>
            <a:r>
              <a:rPr lang="fr-FR" dirty="0"/>
              <a:t>Les deux sont basés sur des maquettes Figma, un Diagramme UML et une architecture précise pour avoir une mise en page cohérente et propre pour tous types d’utilisateurs (ordinateur, tablette et mobile).</a:t>
            </a:r>
          </a:p>
        </p:txBody>
      </p:sp>
    </p:spTree>
    <p:extLst>
      <p:ext uri="{BB962C8B-B14F-4D97-AF65-F5344CB8AC3E}">
        <p14:creationId xmlns:p14="http://schemas.microsoft.com/office/powerpoint/2010/main" val="2284690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11E658-32C5-BF5E-05E6-21A42BEB2F35}"/>
              </a:ext>
            </a:extLst>
          </p:cNvPr>
          <p:cNvSpPr>
            <a:spLocks noGrp="1"/>
          </p:cNvSpPr>
          <p:nvPr>
            <p:ph type="title"/>
          </p:nvPr>
        </p:nvSpPr>
        <p:spPr/>
        <p:txBody>
          <a:bodyPr/>
          <a:lstStyle/>
          <a:p>
            <a:pPr algn="ctr"/>
            <a:r>
              <a:rPr lang="fr-FR" dirty="0"/>
              <a:t>Maquettes </a:t>
            </a:r>
            <a:r>
              <a:rPr lang="fr-FR" dirty="0" err="1"/>
              <a:t>figma</a:t>
            </a:r>
            <a:r>
              <a:rPr lang="fr-FR" dirty="0"/>
              <a:t> ordinateur </a:t>
            </a:r>
          </a:p>
        </p:txBody>
      </p:sp>
      <p:pic>
        <p:nvPicPr>
          <p:cNvPr id="48" name="Espace réservé du contenu 47" descr="Une image contenant texte, capture d’écran, conception&#10;&#10;Le contenu généré par l’IA peut être incorrect.">
            <a:extLst>
              <a:ext uri="{FF2B5EF4-FFF2-40B4-BE49-F238E27FC236}">
                <a16:creationId xmlns:a16="http://schemas.microsoft.com/office/drawing/2014/main" id="{AC94C5F9-53F2-461F-0D18-F78E848650B1}"/>
              </a:ext>
            </a:extLst>
          </p:cNvPr>
          <p:cNvPicPr>
            <a:picLocks noGrp="1" noChangeAspect="1"/>
          </p:cNvPicPr>
          <p:nvPr>
            <p:ph idx="1"/>
          </p:nvPr>
        </p:nvPicPr>
        <p:blipFill>
          <a:blip r:embed="rId2"/>
          <a:stretch>
            <a:fillRect/>
          </a:stretch>
        </p:blipFill>
        <p:spPr>
          <a:xfrm>
            <a:off x="2956522" y="2097088"/>
            <a:ext cx="6275780" cy="46073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39475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FD9C1E-438E-DD43-5BDD-4D9E677A039C}"/>
              </a:ext>
            </a:extLst>
          </p:cNvPr>
          <p:cNvSpPr>
            <a:spLocks noGrp="1"/>
          </p:cNvSpPr>
          <p:nvPr>
            <p:ph type="title"/>
          </p:nvPr>
        </p:nvSpPr>
        <p:spPr/>
        <p:txBody>
          <a:bodyPr/>
          <a:lstStyle/>
          <a:p>
            <a:pPr algn="ctr"/>
            <a:r>
              <a:rPr lang="fr-FR" dirty="0"/>
              <a:t>Maquette </a:t>
            </a:r>
            <a:r>
              <a:rPr lang="fr-FR" dirty="0" err="1"/>
              <a:t>figma</a:t>
            </a:r>
            <a:r>
              <a:rPr lang="fr-FR" dirty="0"/>
              <a:t> tablette</a:t>
            </a:r>
          </a:p>
        </p:txBody>
      </p:sp>
      <p:pic>
        <p:nvPicPr>
          <p:cNvPr id="5" name="Espace réservé du contenu 4" descr="Une image contenant texte, capture d’écran, conception&#10;&#10;Le contenu généré par l’IA peut être incorrect.">
            <a:extLst>
              <a:ext uri="{FF2B5EF4-FFF2-40B4-BE49-F238E27FC236}">
                <a16:creationId xmlns:a16="http://schemas.microsoft.com/office/drawing/2014/main" id="{6B6F41A1-F36D-9E0C-EB98-580C8B9A1BEC}"/>
              </a:ext>
            </a:extLst>
          </p:cNvPr>
          <p:cNvPicPr>
            <a:picLocks noGrp="1" noChangeAspect="1"/>
          </p:cNvPicPr>
          <p:nvPr>
            <p:ph idx="1"/>
          </p:nvPr>
        </p:nvPicPr>
        <p:blipFill>
          <a:blip r:embed="rId2"/>
          <a:stretch>
            <a:fillRect/>
          </a:stretch>
        </p:blipFill>
        <p:spPr>
          <a:xfrm>
            <a:off x="3157773" y="2097088"/>
            <a:ext cx="5873277" cy="4600449"/>
          </a:xfrm>
        </p:spPr>
      </p:pic>
    </p:spTree>
    <p:extLst>
      <p:ext uri="{BB962C8B-B14F-4D97-AF65-F5344CB8AC3E}">
        <p14:creationId xmlns:p14="http://schemas.microsoft.com/office/powerpoint/2010/main" val="3065278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133A36-387B-FAAA-15E7-514E71F98A2D}"/>
              </a:ext>
            </a:extLst>
          </p:cNvPr>
          <p:cNvSpPr>
            <a:spLocks noGrp="1"/>
          </p:cNvSpPr>
          <p:nvPr>
            <p:ph type="title"/>
          </p:nvPr>
        </p:nvSpPr>
        <p:spPr/>
        <p:txBody>
          <a:bodyPr/>
          <a:lstStyle/>
          <a:p>
            <a:pPr algn="ctr"/>
            <a:r>
              <a:rPr lang="fr-FR"/>
              <a:t>Maquette mobile</a:t>
            </a:r>
            <a:endParaRPr lang="fr-FR" dirty="0"/>
          </a:p>
        </p:txBody>
      </p:sp>
      <p:pic>
        <p:nvPicPr>
          <p:cNvPr id="5" name="Espace réservé du contenu 4" descr="Une image contenant capture d’écran, Rectangle, conception&#10;&#10;Le contenu généré par l’IA peut être incorrect.">
            <a:extLst>
              <a:ext uri="{FF2B5EF4-FFF2-40B4-BE49-F238E27FC236}">
                <a16:creationId xmlns:a16="http://schemas.microsoft.com/office/drawing/2014/main" id="{2252A88B-4EC5-DAE0-6F29-5D152B2B5601}"/>
              </a:ext>
            </a:extLst>
          </p:cNvPr>
          <p:cNvPicPr>
            <a:picLocks noGrp="1" noChangeAspect="1"/>
          </p:cNvPicPr>
          <p:nvPr>
            <p:ph idx="1"/>
          </p:nvPr>
        </p:nvPicPr>
        <p:blipFill>
          <a:blip r:embed="rId2"/>
          <a:stretch>
            <a:fillRect/>
          </a:stretch>
        </p:blipFill>
        <p:spPr>
          <a:xfrm>
            <a:off x="4831684" y="2097088"/>
            <a:ext cx="2525455" cy="4595980"/>
          </a:xfrm>
        </p:spPr>
      </p:pic>
    </p:spTree>
    <p:extLst>
      <p:ext uri="{BB962C8B-B14F-4D97-AF65-F5344CB8AC3E}">
        <p14:creationId xmlns:p14="http://schemas.microsoft.com/office/powerpoint/2010/main" val="132397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89F151-DF8B-40AB-42FF-0E423533F4B8}"/>
              </a:ext>
            </a:extLst>
          </p:cNvPr>
          <p:cNvSpPr>
            <a:spLocks noGrp="1"/>
          </p:cNvSpPr>
          <p:nvPr>
            <p:ph type="title"/>
          </p:nvPr>
        </p:nvSpPr>
        <p:spPr/>
        <p:txBody>
          <a:bodyPr/>
          <a:lstStyle/>
          <a:p>
            <a:pPr algn="ctr"/>
            <a:r>
              <a:rPr lang="fr-FR" dirty="0"/>
              <a:t>Diagramme </a:t>
            </a:r>
            <a:r>
              <a:rPr lang="fr-FR" dirty="0" err="1"/>
              <a:t>uml</a:t>
            </a:r>
            <a:endParaRPr lang="fr-FR" dirty="0"/>
          </a:p>
        </p:txBody>
      </p:sp>
      <p:pic>
        <p:nvPicPr>
          <p:cNvPr id="5" name="Espace réservé du contenu 4" descr="Une image contenant texte, capture d’écran, Police, diagramme&#10;&#10;Le contenu généré par l’IA peut être incorrect.">
            <a:extLst>
              <a:ext uri="{FF2B5EF4-FFF2-40B4-BE49-F238E27FC236}">
                <a16:creationId xmlns:a16="http://schemas.microsoft.com/office/drawing/2014/main" id="{9877ACD8-83E5-893A-1F7D-9E91A4385D64}"/>
              </a:ext>
            </a:extLst>
          </p:cNvPr>
          <p:cNvPicPr>
            <a:picLocks noGrp="1" noChangeAspect="1"/>
          </p:cNvPicPr>
          <p:nvPr>
            <p:ph idx="1"/>
          </p:nvPr>
        </p:nvPicPr>
        <p:blipFill>
          <a:blip r:embed="rId2"/>
          <a:stretch>
            <a:fillRect/>
          </a:stretch>
        </p:blipFill>
        <p:spPr>
          <a:xfrm>
            <a:off x="2638028" y="2097088"/>
            <a:ext cx="6912768" cy="4608512"/>
          </a:xfrm>
        </p:spPr>
      </p:pic>
    </p:spTree>
    <p:extLst>
      <p:ext uri="{BB962C8B-B14F-4D97-AF65-F5344CB8AC3E}">
        <p14:creationId xmlns:p14="http://schemas.microsoft.com/office/powerpoint/2010/main" val="3870305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F3DDD4-F1A1-9B7C-3B94-56702EE4746F}"/>
              </a:ext>
            </a:extLst>
          </p:cNvPr>
          <p:cNvSpPr>
            <a:spLocks noGrp="1"/>
          </p:cNvSpPr>
          <p:nvPr>
            <p:ph type="title"/>
          </p:nvPr>
        </p:nvSpPr>
        <p:spPr/>
        <p:txBody>
          <a:bodyPr/>
          <a:lstStyle/>
          <a:p>
            <a:pPr algn="ctr"/>
            <a:r>
              <a:rPr lang="fr-FR" dirty="0"/>
              <a:t>Architecture du projet</a:t>
            </a:r>
          </a:p>
        </p:txBody>
      </p:sp>
      <p:pic>
        <p:nvPicPr>
          <p:cNvPr id="11" name="Espace réservé du contenu 10" descr="Une image contenant texte, capture d’écran&#10;&#10;Le contenu généré par l’IA peut être incorrect.">
            <a:extLst>
              <a:ext uri="{FF2B5EF4-FFF2-40B4-BE49-F238E27FC236}">
                <a16:creationId xmlns:a16="http://schemas.microsoft.com/office/drawing/2014/main" id="{3D252A73-22FA-FF04-B08B-C35621ED1351}"/>
              </a:ext>
            </a:extLst>
          </p:cNvPr>
          <p:cNvPicPr>
            <a:picLocks noGrp="1" noChangeAspect="1"/>
          </p:cNvPicPr>
          <p:nvPr>
            <p:ph idx="1"/>
          </p:nvPr>
        </p:nvPicPr>
        <p:blipFill>
          <a:blip r:embed="rId2"/>
          <a:stretch>
            <a:fillRect/>
          </a:stretch>
        </p:blipFill>
        <p:spPr>
          <a:xfrm>
            <a:off x="0" y="2097088"/>
            <a:ext cx="3937412" cy="3541712"/>
          </a:xfrm>
        </p:spPr>
      </p:pic>
      <p:pic>
        <p:nvPicPr>
          <p:cNvPr id="14" name="Image 13" descr="Une image contenant texte, capture d’écran, nombre, Police&#10;&#10;Le contenu généré par l’IA peut être incorrect.">
            <a:extLst>
              <a:ext uri="{FF2B5EF4-FFF2-40B4-BE49-F238E27FC236}">
                <a16:creationId xmlns:a16="http://schemas.microsoft.com/office/drawing/2014/main" id="{30B83A4C-6D1A-0B12-27A6-83B0AE3354FD}"/>
              </a:ext>
            </a:extLst>
          </p:cNvPr>
          <p:cNvPicPr>
            <a:picLocks noChangeAspect="1"/>
          </p:cNvPicPr>
          <p:nvPr/>
        </p:nvPicPr>
        <p:blipFill>
          <a:blip r:embed="rId3"/>
          <a:stretch>
            <a:fillRect/>
          </a:stretch>
        </p:blipFill>
        <p:spPr>
          <a:xfrm>
            <a:off x="4125706" y="2097088"/>
            <a:ext cx="3937412" cy="3523359"/>
          </a:xfrm>
          <a:prstGeom prst="rect">
            <a:avLst/>
          </a:prstGeom>
        </p:spPr>
      </p:pic>
      <p:pic>
        <p:nvPicPr>
          <p:cNvPr id="19" name="Image 18" descr="Une image contenant texte, capture d’écran, Police&#10;&#10;Le contenu généré par l’IA peut être incorrect.">
            <a:extLst>
              <a:ext uri="{FF2B5EF4-FFF2-40B4-BE49-F238E27FC236}">
                <a16:creationId xmlns:a16="http://schemas.microsoft.com/office/drawing/2014/main" id="{3498327D-3002-FE6E-90A4-E1BF4A1D2636}"/>
              </a:ext>
            </a:extLst>
          </p:cNvPr>
          <p:cNvPicPr>
            <a:picLocks noChangeAspect="1"/>
          </p:cNvPicPr>
          <p:nvPr/>
        </p:nvPicPr>
        <p:blipFill>
          <a:blip r:embed="rId4"/>
          <a:stretch>
            <a:fillRect/>
          </a:stretch>
        </p:blipFill>
        <p:spPr>
          <a:xfrm>
            <a:off x="8251412" y="2599505"/>
            <a:ext cx="3937412" cy="2022737"/>
          </a:xfrm>
          <a:prstGeom prst="rect">
            <a:avLst/>
          </a:prstGeom>
        </p:spPr>
      </p:pic>
    </p:spTree>
    <p:extLst>
      <p:ext uri="{BB962C8B-B14F-4D97-AF65-F5344CB8AC3E}">
        <p14:creationId xmlns:p14="http://schemas.microsoft.com/office/powerpoint/2010/main" val="746435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46EDD8-4644-8028-A7B2-05BEF3155B9D}"/>
              </a:ext>
            </a:extLst>
          </p:cNvPr>
          <p:cNvSpPr>
            <a:spLocks noGrp="1"/>
          </p:cNvSpPr>
          <p:nvPr>
            <p:ph type="title"/>
          </p:nvPr>
        </p:nvSpPr>
        <p:spPr/>
        <p:txBody>
          <a:bodyPr/>
          <a:lstStyle/>
          <a:p>
            <a:r>
              <a:rPr lang="fr-FR" dirty="0"/>
              <a:t>Frontend</a:t>
            </a:r>
          </a:p>
        </p:txBody>
      </p:sp>
      <p:sp>
        <p:nvSpPr>
          <p:cNvPr id="3" name="Espace réservé du contenu 2">
            <a:extLst>
              <a:ext uri="{FF2B5EF4-FFF2-40B4-BE49-F238E27FC236}">
                <a16:creationId xmlns:a16="http://schemas.microsoft.com/office/drawing/2014/main" id="{0AA54082-AEB9-52C8-2100-27D771836B09}"/>
              </a:ext>
            </a:extLst>
          </p:cNvPr>
          <p:cNvSpPr>
            <a:spLocks noGrp="1"/>
          </p:cNvSpPr>
          <p:nvPr>
            <p:ph idx="1"/>
          </p:nvPr>
        </p:nvSpPr>
        <p:spPr/>
        <p:txBody>
          <a:bodyPr>
            <a:normAutofit fontScale="77500" lnSpcReduction="20000"/>
          </a:bodyPr>
          <a:lstStyle/>
          <a:p>
            <a:r>
              <a:rPr lang="fr-FR" dirty="0"/>
              <a:t>Le frontend est développé avec </a:t>
            </a:r>
            <a:r>
              <a:rPr lang="fr-FR" b="1" dirty="0" err="1"/>
              <a:t>React</a:t>
            </a:r>
            <a:r>
              <a:rPr lang="fr-FR" dirty="0"/>
              <a:t>, en utilisant :</a:t>
            </a:r>
          </a:p>
          <a:p>
            <a:r>
              <a:rPr lang="fr-FR" dirty="0"/>
              <a:t>des composants fonctionnels,</a:t>
            </a:r>
          </a:p>
          <a:p>
            <a:r>
              <a:rPr lang="fr-FR" dirty="0"/>
              <a:t>les </a:t>
            </a:r>
            <a:r>
              <a:rPr lang="fr-FR" dirty="0" err="1"/>
              <a:t>hooks</a:t>
            </a:r>
            <a:r>
              <a:rPr lang="fr-FR" dirty="0"/>
              <a:t> </a:t>
            </a:r>
            <a:r>
              <a:rPr lang="fr-FR" dirty="0" err="1"/>
              <a:t>useState</a:t>
            </a:r>
            <a:r>
              <a:rPr lang="fr-FR" dirty="0"/>
              <a:t>, </a:t>
            </a:r>
            <a:r>
              <a:rPr lang="fr-FR" dirty="0" err="1"/>
              <a:t>useEffect</a:t>
            </a:r>
            <a:r>
              <a:rPr lang="fr-FR" dirty="0"/>
              <a:t> et </a:t>
            </a:r>
            <a:r>
              <a:rPr lang="fr-FR" dirty="0" err="1"/>
              <a:t>useNavigate</a:t>
            </a:r>
            <a:r>
              <a:rPr lang="fr-FR" dirty="0"/>
              <a:t>,</a:t>
            </a:r>
          </a:p>
          <a:p>
            <a:r>
              <a:rPr lang="fr-FR" b="1" dirty="0" err="1"/>
              <a:t>React</a:t>
            </a:r>
            <a:r>
              <a:rPr lang="fr-FR" b="1" dirty="0"/>
              <a:t> Router</a:t>
            </a:r>
            <a:r>
              <a:rPr lang="fr-FR" dirty="0"/>
              <a:t> pour la navigation,</a:t>
            </a:r>
          </a:p>
          <a:p>
            <a:r>
              <a:rPr lang="fr-FR" b="1" dirty="0" err="1"/>
              <a:t>React</a:t>
            </a:r>
            <a:r>
              <a:rPr lang="fr-FR" b="1" dirty="0"/>
              <a:t> </a:t>
            </a:r>
            <a:r>
              <a:rPr lang="fr-FR" b="1" dirty="0" err="1"/>
              <a:t>Helmet</a:t>
            </a:r>
            <a:r>
              <a:rPr lang="fr-FR" dirty="0"/>
              <a:t> pour le référencement naturel.</a:t>
            </a:r>
          </a:p>
          <a:p>
            <a:r>
              <a:rPr lang="fr-FR" dirty="0"/>
              <a:t>Le projet est construit avec </a:t>
            </a:r>
            <a:r>
              <a:rPr lang="fr-FR" b="1" dirty="0"/>
              <a:t>Vite</a:t>
            </a:r>
            <a:r>
              <a:rPr lang="fr-FR" dirty="0"/>
              <a:t>, ce qui permet un démarrage rapide et une compilation optimisée.</a:t>
            </a:r>
          </a:p>
          <a:p>
            <a:r>
              <a:rPr lang="fr-FR" dirty="0"/>
              <a:t>L’interface est responsive grâce à </a:t>
            </a:r>
            <a:r>
              <a:rPr lang="fr-FR" b="1" dirty="0"/>
              <a:t>Bootstrap 5</a:t>
            </a:r>
            <a:r>
              <a:rPr lang="fr-FR" dirty="0"/>
              <a:t>, et les icônes sont gérées avec </a:t>
            </a:r>
            <a:r>
              <a:rPr lang="fr-FR" b="1" dirty="0" err="1"/>
              <a:t>React</a:t>
            </a:r>
            <a:r>
              <a:rPr lang="fr-FR" b="1" dirty="0"/>
              <a:t> </a:t>
            </a:r>
            <a:r>
              <a:rPr lang="fr-FR" b="1" dirty="0" err="1"/>
              <a:t>Icons</a:t>
            </a:r>
            <a:r>
              <a:rPr lang="fr-FR" dirty="0"/>
              <a:t>.</a:t>
            </a:r>
          </a:p>
          <a:p>
            <a:r>
              <a:rPr lang="fr-FR" dirty="0"/>
              <a:t>Toutes les communications avec le serveur se font via des appels HTTP à une API REST.</a:t>
            </a:r>
          </a:p>
          <a:p>
            <a:endParaRPr lang="fr-FR" dirty="0"/>
          </a:p>
        </p:txBody>
      </p:sp>
    </p:spTree>
    <p:extLst>
      <p:ext uri="{BB962C8B-B14F-4D97-AF65-F5344CB8AC3E}">
        <p14:creationId xmlns:p14="http://schemas.microsoft.com/office/powerpoint/2010/main" val="79470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A0C901-AFBC-C82F-2B4E-2F432BDCA4D1}"/>
              </a:ext>
            </a:extLst>
          </p:cNvPr>
          <p:cNvSpPr>
            <a:spLocks noGrp="1"/>
          </p:cNvSpPr>
          <p:nvPr>
            <p:ph type="title"/>
          </p:nvPr>
        </p:nvSpPr>
        <p:spPr>
          <a:xfrm>
            <a:off x="1143001" y="0"/>
            <a:ext cx="9905998" cy="845574"/>
          </a:xfrm>
        </p:spPr>
        <p:txBody>
          <a:bodyPr/>
          <a:lstStyle/>
          <a:p>
            <a:pPr algn="ctr"/>
            <a:r>
              <a:rPr lang="fr-FR" dirty="0"/>
              <a:t>Image du site en ligne</a:t>
            </a:r>
          </a:p>
        </p:txBody>
      </p:sp>
      <p:pic>
        <p:nvPicPr>
          <p:cNvPr id="5" name="Espace réservé du contenu 4" descr="Une image contenant texte, capture d’écran, Page web, Site web&#10;&#10;Le contenu généré par l’IA peut être incorrect.">
            <a:extLst>
              <a:ext uri="{FF2B5EF4-FFF2-40B4-BE49-F238E27FC236}">
                <a16:creationId xmlns:a16="http://schemas.microsoft.com/office/drawing/2014/main" id="{EB9DEBC0-7F25-062D-5281-CCF0335AA411}"/>
              </a:ext>
            </a:extLst>
          </p:cNvPr>
          <p:cNvPicPr>
            <a:picLocks noGrp="1" noChangeAspect="1"/>
          </p:cNvPicPr>
          <p:nvPr>
            <p:ph idx="1"/>
          </p:nvPr>
        </p:nvPicPr>
        <p:blipFill>
          <a:blip r:embed="rId2"/>
          <a:stretch>
            <a:fillRect/>
          </a:stretch>
        </p:blipFill>
        <p:spPr>
          <a:xfrm>
            <a:off x="0" y="1300675"/>
            <a:ext cx="2562330" cy="2001684"/>
          </a:xfrm>
        </p:spPr>
      </p:pic>
      <p:pic>
        <p:nvPicPr>
          <p:cNvPr id="7" name="Image 6" descr="Une image contenant texte, capture d’écran, Police, Page web&#10;&#10;Le contenu généré par l’IA peut être incorrect.">
            <a:extLst>
              <a:ext uri="{FF2B5EF4-FFF2-40B4-BE49-F238E27FC236}">
                <a16:creationId xmlns:a16="http://schemas.microsoft.com/office/drawing/2014/main" id="{A3B89999-0CEF-1C8C-5CBF-C8A94CD85426}"/>
              </a:ext>
            </a:extLst>
          </p:cNvPr>
          <p:cNvPicPr>
            <a:picLocks noChangeAspect="1"/>
          </p:cNvPicPr>
          <p:nvPr/>
        </p:nvPicPr>
        <p:blipFill>
          <a:blip r:embed="rId3"/>
          <a:stretch>
            <a:fillRect/>
          </a:stretch>
        </p:blipFill>
        <p:spPr>
          <a:xfrm>
            <a:off x="2847022" y="1300675"/>
            <a:ext cx="3054744" cy="2001684"/>
          </a:xfrm>
          <a:prstGeom prst="rect">
            <a:avLst/>
          </a:prstGeom>
        </p:spPr>
      </p:pic>
      <p:pic>
        <p:nvPicPr>
          <p:cNvPr id="9" name="Image 8" descr="Une image contenant texte, capture d’écran, Page web, logiciel&#10;&#10;Le contenu généré par l’IA peut être incorrect.">
            <a:extLst>
              <a:ext uri="{FF2B5EF4-FFF2-40B4-BE49-F238E27FC236}">
                <a16:creationId xmlns:a16="http://schemas.microsoft.com/office/drawing/2014/main" id="{D093E156-19C2-2EA9-2FFC-0E1547815DA2}"/>
              </a:ext>
            </a:extLst>
          </p:cNvPr>
          <p:cNvPicPr>
            <a:picLocks noChangeAspect="1"/>
          </p:cNvPicPr>
          <p:nvPr/>
        </p:nvPicPr>
        <p:blipFill>
          <a:blip r:embed="rId4"/>
          <a:stretch>
            <a:fillRect/>
          </a:stretch>
        </p:blipFill>
        <p:spPr>
          <a:xfrm>
            <a:off x="6210661" y="1289563"/>
            <a:ext cx="2617702" cy="2001684"/>
          </a:xfrm>
          <a:prstGeom prst="rect">
            <a:avLst/>
          </a:prstGeom>
        </p:spPr>
      </p:pic>
      <p:pic>
        <p:nvPicPr>
          <p:cNvPr id="11" name="Image 10" descr="Une image contenant texte, capture d’écran, Police, Page web&#10;&#10;Le contenu généré par l’IA peut être incorrect.">
            <a:extLst>
              <a:ext uri="{FF2B5EF4-FFF2-40B4-BE49-F238E27FC236}">
                <a16:creationId xmlns:a16="http://schemas.microsoft.com/office/drawing/2014/main" id="{B6501823-E4E3-6AAC-E705-A3F4FF82BB3F}"/>
              </a:ext>
            </a:extLst>
          </p:cNvPr>
          <p:cNvPicPr>
            <a:picLocks noChangeAspect="1"/>
          </p:cNvPicPr>
          <p:nvPr/>
        </p:nvPicPr>
        <p:blipFill>
          <a:blip r:embed="rId5"/>
          <a:stretch>
            <a:fillRect/>
          </a:stretch>
        </p:blipFill>
        <p:spPr>
          <a:xfrm>
            <a:off x="9137258" y="1289563"/>
            <a:ext cx="3054742" cy="2001683"/>
          </a:xfrm>
          <a:prstGeom prst="rect">
            <a:avLst/>
          </a:prstGeom>
        </p:spPr>
      </p:pic>
      <p:pic>
        <p:nvPicPr>
          <p:cNvPr id="13" name="Image 12" descr="Une image contenant texte, capture d’écran, Police, Page web&#10;&#10;Le contenu généré par l’IA peut être incorrect.">
            <a:extLst>
              <a:ext uri="{FF2B5EF4-FFF2-40B4-BE49-F238E27FC236}">
                <a16:creationId xmlns:a16="http://schemas.microsoft.com/office/drawing/2014/main" id="{68363CDE-6D1A-FBDB-1BDA-A2CEB1C9B3DC}"/>
              </a:ext>
            </a:extLst>
          </p:cNvPr>
          <p:cNvPicPr>
            <a:picLocks noChangeAspect="1"/>
          </p:cNvPicPr>
          <p:nvPr/>
        </p:nvPicPr>
        <p:blipFill>
          <a:blip r:embed="rId6"/>
          <a:stretch>
            <a:fillRect/>
          </a:stretch>
        </p:blipFill>
        <p:spPr>
          <a:xfrm>
            <a:off x="-35956" y="3555642"/>
            <a:ext cx="3054746" cy="2001685"/>
          </a:xfrm>
          <a:prstGeom prst="rect">
            <a:avLst/>
          </a:prstGeom>
        </p:spPr>
      </p:pic>
      <p:pic>
        <p:nvPicPr>
          <p:cNvPr id="15" name="Image 14" descr="Une image contenant texte, capture d’écran, Page web, Site web&#10;&#10;Le contenu généré par l’IA peut être incorrect.">
            <a:extLst>
              <a:ext uri="{FF2B5EF4-FFF2-40B4-BE49-F238E27FC236}">
                <a16:creationId xmlns:a16="http://schemas.microsoft.com/office/drawing/2014/main" id="{46041209-DE2B-9F78-0B88-A24B9344A12C}"/>
              </a:ext>
            </a:extLst>
          </p:cNvPr>
          <p:cNvPicPr>
            <a:picLocks noChangeAspect="1"/>
          </p:cNvPicPr>
          <p:nvPr/>
        </p:nvPicPr>
        <p:blipFill>
          <a:blip r:embed="rId7"/>
          <a:stretch>
            <a:fillRect/>
          </a:stretch>
        </p:blipFill>
        <p:spPr>
          <a:xfrm>
            <a:off x="3323956" y="3555642"/>
            <a:ext cx="2328004" cy="2001686"/>
          </a:xfrm>
          <a:prstGeom prst="rect">
            <a:avLst/>
          </a:prstGeom>
        </p:spPr>
      </p:pic>
      <p:pic>
        <p:nvPicPr>
          <p:cNvPr id="17" name="Image 16" descr="Une image contenant texte, capture d’écran, Police, conception&#10;&#10;Le contenu généré par l’IA peut être incorrect.">
            <a:extLst>
              <a:ext uri="{FF2B5EF4-FFF2-40B4-BE49-F238E27FC236}">
                <a16:creationId xmlns:a16="http://schemas.microsoft.com/office/drawing/2014/main" id="{AA2ABF22-E591-F427-B704-25033CD9ED81}"/>
              </a:ext>
            </a:extLst>
          </p:cNvPr>
          <p:cNvPicPr>
            <a:picLocks noChangeAspect="1"/>
          </p:cNvPicPr>
          <p:nvPr/>
        </p:nvPicPr>
        <p:blipFill>
          <a:blip r:embed="rId8"/>
          <a:stretch>
            <a:fillRect/>
          </a:stretch>
        </p:blipFill>
        <p:spPr>
          <a:xfrm>
            <a:off x="5957127" y="3548625"/>
            <a:ext cx="2871236" cy="2001683"/>
          </a:xfrm>
          <a:prstGeom prst="rect">
            <a:avLst/>
          </a:prstGeom>
        </p:spPr>
      </p:pic>
      <p:pic>
        <p:nvPicPr>
          <p:cNvPr id="19" name="Image 18" descr="Une image contenant texte, capture d’écran, Police&#10;&#10;Le contenu généré par l’IA peut être incorrect.">
            <a:extLst>
              <a:ext uri="{FF2B5EF4-FFF2-40B4-BE49-F238E27FC236}">
                <a16:creationId xmlns:a16="http://schemas.microsoft.com/office/drawing/2014/main" id="{DACA48C7-7B86-8FB8-F179-33CB68A46343}"/>
              </a:ext>
            </a:extLst>
          </p:cNvPr>
          <p:cNvPicPr>
            <a:picLocks noChangeAspect="1"/>
          </p:cNvPicPr>
          <p:nvPr/>
        </p:nvPicPr>
        <p:blipFill>
          <a:blip r:embed="rId9"/>
          <a:stretch>
            <a:fillRect/>
          </a:stretch>
        </p:blipFill>
        <p:spPr>
          <a:xfrm>
            <a:off x="9137258" y="3548625"/>
            <a:ext cx="3054743" cy="2001683"/>
          </a:xfrm>
          <a:prstGeom prst="rect">
            <a:avLst/>
          </a:prstGeom>
        </p:spPr>
      </p:pic>
    </p:spTree>
    <p:extLst>
      <p:ext uri="{BB962C8B-B14F-4D97-AF65-F5344CB8AC3E}">
        <p14:creationId xmlns:p14="http://schemas.microsoft.com/office/powerpoint/2010/main" val="3608011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3318D9-F8E7-2494-B110-D6ACA0FE9272}"/>
              </a:ext>
            </a:extLst>
          </p:cNvPr>
          <p:cNvSpPr>
            <a:spLocks noGrp="1"/>
          </p:cNvSpPr>
          <p:nvPr>
            <p:ph type="title"/>
          </p:nvPr>
        </p:nvSpPr>
        <p:spPr/>
        <p:txBody>
          <a:bodyPr/>
          <a:lstStyle/>
          <a:p>
            <a:r>
              <a:rPr lang="fr-FR" dirty="0"/>
              <a:t>Backend</a:t>
            </a:r>
          </a:p>
        </p:txBody>
      </p:sp>
      <p:sp>
        <p:nvSpPr>
          <p:cNvPr id="3" name="Espace réservé du contenu 2">
            <a:extLst>
              <a:ext uri="{FF2B5EF4-FFF2-40B4-BE49-F238E27FC236}">
                <a16:creationId xmlns:a16="http://schemas.microsoft.com/office/drawing/2014/main" id="{5CCDBB71-1BA7-4A08-A543-A1259E9DBB12}"/>
              </a:ext>
            </a:extLst>
          </p:cNvPr>
          <p:cNvSpPr>
            <a:spLocks noGrp="1"/>
          </p:cNvSpPr>
          <p:nvPr>
            <p:ph idx="1"/>
          </p:nvPr>
        </p:nvSpPr>
        <p:spPr>
          <a:xfrm>
            <a:off x="1141412" y="2097088"/>
            <a:ext cx="9905999" cy="4760912"/>
          </a:xfrm>
        </p:spPr>
        <p:txBody>
          <a:bodyPr>
            <a:normAutofit fontScale="85000" lnSpcReduction="20000"/>
          </a:bodyPr>
          <a:lstStyle/>
          <a:p>
            <a:r>
              <a:rPr lang="fr-FR" dirty="0"/>
              <a:t>Le backend est développé avec </a:t>
            </a:r>
            <a:r>
              <a:rPr lang="fr-FR" b="1" dirty="0"/>
              <a:t>Node.js et Express</a:t>
            </a:r>
            <a:r>
              <a:rPr lang="fr-FR" dirty="0"/>
              <a:t>.</a:t>
            </a:r>
          </a:p>
          <a:p>
            <a:r>
              <a:rPr lang="fr-FR" dirty="0"/>
              <a:t>Il repose sur une architecture en couches :</a:t>
            </a:r>
          </a:p>
          <a:p>
            <a:r>
              <a:rPr lang="fr-FR" dirty="0"/>
              <a:t>routes,</a:t>
            </a:r>
          </a:p>
          <a:p>
            <a:r>
              <a:rPr lang="fr-FR" dirty="0" err="1"/>
              <a:t>controllers</a:t>
            </a:r>
            <a:r>
              <a:rPr lang="fr-FR" dirty="0"/>
              <a:t>,</a:t>
            </a:r>
          </a:p>
          <a:p>
            <a:r>
              <a:rPr lang="fr-FR" dirty="0"/>
              <a:t>services,</a:t>
            </a:r>
          </a:p>
          <a:p>
            <a:r>
              <a:rPr lang="fr-FR" dirty="0" err="1"/>
              <a:t>models</a:t>
            </a:r>
            <a:r>
              <a:rPr lang="fr-FR" dirty="0"/>
              <a:t>,</a:t>
            </a:r>
          </a:p>
          <a:p>
            <a:r>
              <a:rPr lang="fr-FR" dirty="0"/>
              <a:t>et des utilitaires pour la gestion des erreurs.</a:t>
            </a:r>
          </a:p>
          <a:p>
            <a:r>
              <a:rPr lang="fr-FR" dirty="0"/>
              <a:t>Les données sont stockées dans une base </a:t>
            </a:r>
            <a:r>
              <a:rPr lang="fr-FR" b="1" dirty="0"/>
              <a:t>MySQL</a:t>
            </a:r>
            <a:r>
              <a:rPr lang="fr-FR" dirty="0"/>
              <a:t>, et manipulées via </a:t>
            </a:r>
            <a:r>
              <a:rPr lang="fr-FR" b="1" dirty="0" err="1"/>
              <a:t>Sequelize</a:t>
            </a:r>
            <a:r>
              <a:rPr lang="fr-FR" dirty="0"/>
              <a:t>, un ORM qui permet de sécuriser et structurer les requêtes.</a:t>
            </a:r>
          </a:p>
          <a:p>
            <a:r>
              <a:rPr lang="fr-FR" dirty="0"/>
              <a:t>Les variables sensibles sont protégées avec </a:t>
            </a:r>
            <a:r>
              <a:rPr lang="fr-FR" b="1" dirty="0" err="1"/>
              <a:t>dotenv</a:t>
            </a:r>
            <a:r>
              <a:rPr lang="fr-FR" dirty="0"/>
              <a:t>, et les accès cross-</a:t>
            </a:r>
            <a:r>
              <a:rPr lang="fr-FR" dirty="0" err="1"/>
              <a:t>origin</a:t>
            </a:r>
            <a:r>
              <a:rPr lang="fr-FR" dirty="0"/>
              <a:t> sont gérés avec </a:t>
            </a:r>
            <a:r>
              <a:rPr lang="fr-FR" b="1" dirty="0"/>
              <a:t>CORS</a:t>
            </a:r>
            <a:r>
              <a:rPr lang="fr-FR" dirty="0"/>
              <a:t>.</a:t>
            </a:r>
          </a:p>
        </p:txBody>
      </p:sp>
    </p:spTree>
    <p:extLst>
      <p:ext uri="{BB962C8B-B14F-4D97-AF65-F5344CB8AC3E}">
        <p14:creationId xmlns:p14="http://schemas.microsoft.com/office/powerpoint/2010/main" val="2928326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054CE7-8053-3802-E17F-E4B29831D3D6}"/>
              </a:ext>
            </a:extLst>
          </p:cNvPr>
          <p:cNvSpPr>
            <a:spLocks noGrp="1"/>
          </p:cNvSpPr>
          <p:nvPr>
            <p:ph type="title"/>
          </p:nvPr>
        </p:nvSpPr>
        <p:spPr/>
        <p:txBody>
          <a:bodyPr/>
          <a:lstStyle/>
          <a:p>
            <a:r>
              <a:rPr lang="fr-FR" dirty="0"/>
              <a:t>🔹 Défis rencontrés</a:t>
            </a:r>
          </a:p>
        </p:txBody>
      </p:sp>
      <p:sp>
        <p:nvSpPr>
          <p:cNvPr id="3" name="Espace réservé du contenu 2">
            <a:extLst>
              <a:ext uri="{FF2B5EF4-FFF2-40B4-BE49-F238E27FC236}">
                <a16:creationId xmlns:a16="http://schemas.microsoft.com/office/drawing/2014/main" id="{97B527F8-92CE-7433-3A7F-E189ACCF274E}"/>
              </a:ext>
            </a:extLst>
          </p:cNvPr>
          <p:cNvSpPr>
            <a:spLocks noGrp="1"/>
          </p:cNvSpPr>
          <p:nvPr>
            <p:ph idx="1"/>
          </p:nvPr>
        </p:nvSpPr>
        <p:spPr>
          <a:xfrm>
            <a:off x="1141412" y="2249486"/>
            <a:ext cx="9905999" cy="4608513"/>
          </a:xfrm>
        </p:spPr>
        <p:txBody>
          <a:bodyPr>
            <a:normAutofit fontScale="85000" lnSpcReduction="20000"/>
          </a:bodyPr>
          <a:lstStyle/>
          <a:p>
            <a:r>
              <a:rPr lang="fr-FR" dirty="0"/>
              <a:t>Plusieurs défis techniques ont été rencontrés pendant le développement.</a:t>
            </a:r>
          </a:p>
          <a:p>
            <a:r>
              <a:rPr lang="fr-FR" dirty="0"/>
              <a:t>Le premier concernait des </a:t>
            </a:r>
            <a:r>
              <a:rPr lang="fr-FR" b="1" dirty="0"/>
              <a:t>incohérences dans les données renvoyées par l’API</a:t>
            </a:r>
            <a:r>
              <a:rPr lang="fr-FR" dirty="0"/>
              <a:t>, notamment au niveau des noms de champs et de leur format.</a:t>
            </a:r>
            <a:br>
              <a:rPr lang="fr-FR" dirty="0"/>
            </a:br>
            <a:r>
              <a:rPr lang="fr-FR" dirty="0"/>
              <a:t>Pour résoudre ce problème, j’ai mis en place une </a:t>
            </a:r>
            <a:r>
              <a:rPr lang="fr-FR" b="1" dirty="0"/>
              <a:t>normalisation systématique des données côté frontend</a:t>
            </a:r>
            <a:r>
              <a:rPr lang="fr-FR" dirty="0"/>
              <a:t> avant leur utilisation.</a:t>
            </a:r>
          </a:p>
          <a:p>
            <a:r>
              <a:rPr lang="fr-FR" dirty="0"/>
              <a:t>Un autre problème était lié à la </a:t>
            </a:r>
            <a:r>
              <a:rPr lang="fr-FR" b="1" dirty="0"/>
              <a:t>gestion des URLs entre le frontend et le backend</a:t>
            </a:r>
            <a:r>
              <a:rPr lang="fr-FR" dirty="0"/>
              <a:t>, qui variaient selon l’environnement.</a:t>
            </a:r>
            <a:br>
              <a:rPr lang="fr-FR" dirty="0"/>
            </a:br>
            <a:r>
              <a:rPr lang="fr-FR" dirty="0"/>
              <a:t>La solution retenue a été l’utilisation de </a:t>
            </a:r>
            <a:r>
              <a:rPr lang="fr-FR" b="1" dirty="0"/>
              <a:t>variables d’environnement centralisées</a:t>
            </a:r>
            <a:r>
              <a:rPr lang="fr-FR" dirty="0"/>
              <a:t>, garantissant une meilleure maintenabilité.</a:t>
            </a:r>
          </a:p>
          <a:p>
            <a:r>
              <a:rPr lang="fr-FR" dirty="0"/>
              <a:t>J’ai également rencontré des difficultés avec la </a:t>
            </a:r>
            <a:r>
              <a:rPr lang="fr-FR" b="1" dirty="0"/>
              <a:t>gestion des erreurs serveur</a:t>
            </a:r>
            <a:r>
              <a:rPr lang="fr-FR" dirty="0"/>
              <a:t>.</a:t>
            </a:r>
            <a:br>
              <a:rPr lang="fr-FR" dirty="0"/>
            </a:br>
            <a:r>
              <a:rPr lang="fr-FR" dirty="0"/>
              <a:t>Pour y répondre, j’ai créé un </a:t>
            </a:r>
            <a:r>
              <a:rPr lang="fr-FR" b="1" dirty="0"/>
              <a:t>gestionnaire d’erreurs </a:t>
            </a:r>
            <a:r>
              <a:rPr lang="fr-FR" b="1" dirty="0" err="1"/>
              <a:t>Sequelize</a:t>
            </a:r>
            <a:r>
              <a:rPr lang="fr-FR" b="1" dirty="0"/>
              <a:t> centralisé</a:t>
            </a:r>
            <a:r>
              <a:rPr lang="fr-FR" dirty="0"/>
              <a:t>, permettant de retourner des messages clairs et structurés au client.</a:t>
            </a:r>
          </a:p>
          <a:p>
            <a:r>
              <a:rPr lang="fr-FR" dirty="0"/>
              <a:t>Ces solutions ont permis de rendre l’application plus robuste et plus fiable.</a:t>
            </a:r>
          </a:p>
        </p:txBody>
      </p:sp>
    </p:spTree>
    <p:extLst>
      <p:ext uri="{BB962C8B-B14F-4D97-AF65-F5344CB8AC3E}">
        <p14:creationId xmlns:p14="http://schemas.microsoft.com/office/powerpoint/2010/main" val="259755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DDA985-C024-560E-CE5E-7ABEE49D6190}"/>
              </a:ext>
            </a:extLst>
          </p:cNvPr>
          <p:cNvSpPr>
            <a:spLocks noGrp="1"/>
          </p:cNvSpPr>
          <p:nvPr>
            <p:ph type="title"/>
          </p:nvPr>
        </p:nvSpPr>
        <p:spPr/>
        <p:txBody>
          <a:bodyPr/>
          <a:lstStyle/>
          <a:p>
            <a:r>
              <a:rPr lang="fr-FR" dirty="0"/>
              <a:t>🔹 Tests et qualité</a:t>
            </a:r>
          </a:p>
        </p:txBody>
      </p:sp>
      <p:sp>
        <p:nvSpPr>
          <p:cNvPr id="3" name="Espace réservé du contenu 2">
            <a:extLst>
              <a:ext uri="{FF2B5EF4-FFF2-40B4-BE49-F238E27FC236}">
                <a16:creationId xmlns:a16="http://schemas.microsoft.com/office/drawing/2014/main" id="{22D0D493-073C-FEDC-A79E-45DEC0FF03F4}"/>
              </a:ext>
            </a:extLst>
          </p:cNvPr>
          <p:cNvSpPr>
            <a:spLocks noGrp="1"/>
          </p:cNvSpPr>
          <p:nvPr>
            <p:ph idx="1"/>
          </p:nvPr>
        </p:nvSpPr>
        <p:spPr>
          <a:xfrm>
            <a:off x="1141412" y="2249486"/>
            <a:ext cx="9905999" cy="4608513"/>
          </a:xfrm>
        </p:spPr>
        <p:txBody>
          <a:bodyPr>
            <a:normAutofit fontScale="70000" lnSpcReduction="20000"/>
          </a:bodyPr>
          <a:lstStyle/>
          <a:p>
            <a:r>
              <a:rPr lang="fr-FR" dirty="0"/>
              <a:t>Même si le projet ne contient pas de tests automatisés, plusieurs niveaux de tests ont été réalisés.</a:t>
            </a:r>
          </a:p>
          <a:p>
            <a:r>
              <a:rPr lang="fr-FR" dirty="0"/>
              <a:t>Des </a:t>
            </a:r>
            <a:r>
              <a:rPr lang="fr-FR" b="1" dirty="0"/>
              <a:t>tests fonctionnels manuels</a:t>
            </a:r>
            <a:r>
              <a:rPr lang="fr-FR" dirty="0"/>
              <a:t> ont permis de vérifier :</a:t>
            </a:r>
          </a:p>
          <a:p>
            <a:r>
              <a:rPr lang="fr-FR" dirty="0"/>
              <a:t>la navigation,</a:t>
            </a:r>
          </a:p>
          <a:p>
            <a:r>
              <a:rPr lang="fr-FR" dirty="0"/>
              <a:t>les recherches,</a:t>
            </a:r>
          </a:p>
          <a:p>
            <a:r>
              <a:rPr lang="fr-FR" dirty="0"/>
              <a:t>l’affichage des données,</a:t>
            </a:r>
          </a:p>
          <a:p>
            <a:r>
              <a:rPr lang="fr-FR" dirty="0"/>
              <a:t>et l’envoi des formulaires.</a:t>
            </a:r>
          </a:p>
          <a:p>
            <a:r>
              <a:rPr lang="fr-FR" dirty="0"/>
              <a:t>Les routes de l’API ont été testées via le navigateur et la console.</a:t>
            </a:r>
          </a:p>
          <a:p>
            <a:r>
              <a:rPr lang="fr-FR" dirty="0"/>
              <a:t>La qualité du code repose sur :</a:t>
            </a:r>
          </a:p>
          <a:p>
            <a:r>
              <a:rPr lang="fr-FR" dirty="0"/>
              <a:t>une bonne séparation des responsabilités,</a:t>
            </a:r>
          </a:p>
          <a:p>
            <a:r>
              <a:rPr lang="fr-FR" dirty="0"/>
              <a:t>une structure claire,</a:t>
            </a:r>
          </a:p>
          <a:p>
            <a:r>
              <a:rPr lang="fr-FR" dirty="0"/>
              <a:t>des contrôles de sécurité côté frontend et backend.</a:t>
            </a:r>
          </a:p>
          <a:p>
            <a:r>
              <a:rPr lang="fr-FR" dirty="0"/>
              <a:t>Dans une version future, des outils comme </a:t>
            </a:r>
            <a:r>
              <a:rPr lang="fr-FR" b="1" dirty="0" err="1"/>
              <a:t>Jest</a:t>
            </a:r>
            <a:r>
              <a:rPr lang="fr-FR" dirty="0"/>
              <a:t>, </a:t>
            </a:r>
            <a:r>
              <a:rPr lang="fr-FR" b="1" dirty="0" err="1"/>
              <a:t>Vitest</a:t>
            </a:r>
            <a:r>
              <a:rPr lang="fr-FR" dirty="0"/>
              <a:t> ou </a:t>
            </a:r>
            <a:r>
              <a:rPr lang="fr-FR" b="1" dirty="0" err="1"/>
              <a:t>Cypress</a:t>
            </a:r>
            <a:r>
              <a:rPr lang="fr-FR" dirty="0"/>
              <a:t> pourraient être intégrés.</a:t>
            </a:r>
          </a:p>
        </p:txBody>
      </p:sp>
    </p:spTree>
    <p:extLst>
      <p:ext uri="{BB962C8B-B14F-4D97-AF65-F5344CB8AC3E}">
        <p14:creationId xmlns:p14="http://schemas.microsoft.com/office/powerpoint/2010/main" val="4223790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D0CC80-2A53-0ED9-872D-AE64BA14DB93}"/>
              </a:ext>
            </a:extLst>
          </p:cNvPr>
          <p:cNvSpPr>
            <a:spLocks noGrp="1"/>
          </p:cNvSpPr>
          <p:nvPr>
            <p:ph type="title"/>
          </p:nvPr>
        </p:nvSpPr>
        <p:spPr/>
        <p:txBody>
          <a:bodyPr/>
          <a:lstStyle/>
          <a:p>
            <a:r>
              <a:rPr lang="fr-FR" dirty="0"/>
              <a:t>🔹 Compétences mobilisées</a:t>
            </a:r>
          </a:p>
        </p:txBody>
      </p:sp>
      <p:sp>
        <p:nvSpPr>
          <p:cNvPr id="3" name="Espace réservé du contenu 2">
            <a:extLst>
              <a:ext uri="{FF2B5EF4-FFF2-40B4-BE49-F238E27FC236}">
                <a16:creationId xmlns:a16="http://schemas.microsoft.com/office/drawing/2014/main" id="{CA6FF487-883C-0E14-CD69-93BB2347E0BF}"/>
              </a:ext>
            </a:extLst>
          </p:cNvPr>
          <p:cNvSpPr>
            <a:spLocks noGrp="1"/>
          </p:cNvSpPr>
          <p:nvPr>
            <p:ph idx="1"/>
          </p:nvPr>
        </p:nvSpPr>
        <p:spPr/>
        <p:txBody>
          <a:bodyPr>
            <a:normAutofit fontScale="70000" lnSpcReduction="20000"/>
          </a:bodyPr>
          <a:lstStyle/>
          <a:p>
            <a:r>
              <a:rPr lang="fr-FR" dirty="0"/>
              <a:t>Ce projet m’a permis de mobiliser plusieurs compétences clés :</a:t>
            </a:r>
          </a:p>
          <a:p>
            <a:r>
              <a:rPr lang="fr-FR" dirty="0"/>
              <a:t>développement frontend avec </a:t>
            </a:r>
            <a:r>
              <a:rPr lang="fr-FR" dirty="0" err="1"/>
              <a:t>React</a:t>
            </a:r>
            <a:r>
              <a:rPr lang="fr-FR" dirty="0"/>
              <a:t>,</a:t>
            </a:r>
          </a:p>
          <a:p>
            <a:r>
              <a:rPr lang="fr-FR" dirty="0"/>
              <a:t>développement backend avec Node et Express,</a:t>
            </a:r>
          </a:p>
          <a:p>
            <a:r>
              <a:rPr lang="fr-FR" dirty="0"/>
              <a:t>conception d’API REST,</a:t>
            </a:r>
          </a:p>
          <a:p>
            <a:r>
              <a:rPr lang="fr-FR" dirty="0"/>
              <a:t>gestion de bases de données SQL,</a:t>
            </a:r>
          </a:p>
          <a:p>
            <a:r>
              <a:rPr lang="fr-FR" dirty="0"/>
              <a:t>architecture logicielle,</a:t>
            </a:r>
          </a:p>
          <a:p>
            <a:r>
              <a:rPr lang="fr-FR" dirty="0"/>
              <a:t>sécurité de base,</a:t>
            </a:r>
          </a:p>
          <a:p>
            <a:r>
              <a:rPr lang="fr-FR" dirty="0"/>
              <a:t>SEO et accessibilité,</a:t>
            </a:r>
          </a:p>
          <a:p>
            <a:r>
              <a:rPr lang="fr-FR" dirty="0"/>
              <a:t>et organisation d’un projet web complet.</a:t>
            </a:r>
          </a:p>
        </p:txBody>
      </p:sp>
    </p:spTree>
    <p:extLst>
      <p:ext uri="{BB962C8B-B14F-4D97-AF65-F5344CB8AC3E}">
        <p14:creationId xmlns:p14="http://schemas.microsoft.com/office/powerpoint/2010/main" val="3546568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5EC030-0968-4C9F-E915-3DD60C8807C1}"/>
              </a:ext>
            </a:extLst>
          </p:cNvPr>
          <p:cNvSpPr>
            <a:spLocks noGrp="1"/>
          </p:cNvSpPr>
          <p:nvPr>
            <p:ph type="title"/>
          </p:nvPr>
        </p:nvSpPr>
        <p:spPr/>
        <p:txBody>
          <a:bodyPr/>
          <a:lstStyle/>
          <a:p>
            <a:r>
              <a:rPr lang="fr-FR" dirty="0"/>
              <a:t>🔹 Améliorations possibles</a:t>
            </a:r>
          </a:p>
        </p:txBody>
      </p:sp>
      <p:sp>
        <p:nvSpPr>
          <p:cNvPr id="3" name="Espace réservé du contenu 2">
            <a:extLst>
              <a:ext uri="{FF2B5EF4-FFF2-40B4-BE49-F238E27FC236}">
                <a16:creationId xmlns:a16="http://schemas.microsoft.com/office/drawing/2014/main" id="{E48757BB-B0D5-8524-40AB-2EB27BA4914A}"/>
              </a:ext>
            </a:extLst>
          </p:cNvPr>
          <p:cNvSpPr>
            <a:spLocks noGrp="1"/>
          </p:cNvSpPr>
          <p:nvPr>
            <p:ph idx="1"/>
          </p:nvPr>
        </p:nvSpPr>
        <p:spPr/>
        <p:txBody>
          <a:bodyPr>
            <a:normAutofit fontScale="85000" lnSpcReduction="20000"/>
          </a:bodyPr>
          <a:lstStyle/>
          <a:p>
            <a:r>
              <a:rPr lang="fr-FR" dirty="0"/>
              <a:t>Plusieurs évolutions sont envisageables :</a:t>
            </a:r>
          </a:p>
          <a:p>
            <a:r>
              <a:rPr lang="fr-FR" dirty="0"/>
              <a:t>ajout d’un système d’authentification,</a:t>
            </a:r>
          </a:p>
          <a:p>
            <a:r>
              <a:rPr lang="fr-FR" dirty="0"/>
              <a:t>gestion de rôles utilisateurs,</a:t>
            </a:r>
          </a:p>
          <a:p>
            <a:r>
              <a:rPr lang="fr-FR" dirty="0"/>
              <a:t>tableau de bord administrateur,</a:t>
            </a:r>
          </a:p>
          <a:p>
            <a:r>
              <a:rPr lang="fr-FR" dirty="0"/>
              <a:t>envoi réel d’e-mails,</a:t>
            </a:r>
          </a:p>
          <a:p>
            <a:r>
              <a:rPr lang="fr-FR" dirty="0"/>
              <a:t>pagination et filtres avancés,</a:t>
            </a:r>
          </a:p>
          <a:p>
            <a:r>
              <a:rPr lang="fr-FR" dirty="0"/>
              <a:t>tests automatisés,</a:t>
            </a:r>
          </a:p>
          <a:p>
            <a:r>
              <a:rPr lang="fr-FR" dirty="0"/>
              <a:t>et déploiement en production.</a:t>
            </a:r>
          </a:p>
        </p:txBody>
      </p:sp>
    </p:spTree>
    <p:extLst>
      <p:ext uri="{BB962C8B-B14F-4D97-AF65-F5344CB8AC3E}">
        <p14:creationId xmlns:p14="http://schemas.microsoft.com/office/powerpoint/2010/main" val="3930055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9583E6-7F93-3848-33F4-FF6CA274B45F}"/>
              </a:ext>
            </a:extLst>
          </p:cNvPr>
          <p:cNvSpPr>
            <a:spLocks noGrp="1"/>
          </p:cNvSpPr>
          <p:nvPr>
            <p:ph type="title"/>
          </p:nvPr>
        </p:nvSpPr>
        <p:spPr/>
        <p:txBody>
          <a:bodyPr/>
          <a:lstStyle/>
          <a:p>
            <a:r>
              <a:rPr lang="fr-FR" dirty="0"/>
              <a:t>🔹 Conclusion</a:t>
            </a:r>
          </a:p>
        </p:txBody>
      </p:sp>
      <p:sp>
        <p:nvSpPr>
          <p:cNvPr id="3" name="Espace réservé du contenu 2">
            <a:extLst>
              <a:ext uri="{FF2B5EF4-FFF2-40B4-BE49-F238E27FC236}">
                <a16:creationId xmlns:a16="http://schemas.microsoft.com/office/drawing/2014/main" id="{634BD9E3-B4D2-265A-835C-8FE90260721D}"/>
              </a:ext>
            </a:extLst>
          </p:cNvPr>
          <p:cNvSpPr>
            <a:spLocks noGrp="1"/>
          </p:cNvSpPr>
          <p:nvPr>
            <p:ph idx="1"/>
          </p:nvPr>
        </p:nvSpPr>
        <p:spPr>
          <a:xfrm>
            <a:off x="1141412" y="2249486"/>
            <a:ext cx="9905999" cy="4608513"/>
          </a:xfrm>
        </p:spPr>
        <p:txBody>
          <a:bodyPr>
            <a:normAutofit lnSpcReduction="10000"/>
          </a:bodyPr>
          <a:lstStyle/>
          <a:p>
            <a:r>
              <a:rPr lang="fr-FR" dirty="0"/>
              <a:t>Pour conclure, </a:t>
            </a:r>
            <a:r>
              <a:rPr lang="fr-FR" b="1" dirty="0"/>
              <a:t>Trouve ton artisan</a:t>
            </a:r>
            <a:r>
              <a:rPr lang="fr-FR" dirty="0"/>
              <a:t> est un projet complet, fonctionnel et évolutif, qui répond à un besoin réel.</a:t>
            </a:r>
          </a:p>
          <a:p>
            <a:r>
              <a:rPr lang="fr-FR" dirty="0"/>
              <a:t>Il démontre ma capacité à :</a:t>
            </a:r>
          </a:p>
          <a:p>
            <a:r>
              <a:rPr lang="fr-FR" dirty="0"/>
              <a:t>concevoir une application web de bout en bout,</a:t>
            </a:r>
          </a:p>
          <a:p>
            <a:r>
              <a:rPr lang="fr-FR" dirty="0"/>
              <a:t>structurer un projet professionnel,</a:t>
            </a:r>
          </a:p>
          <a:p>
            <a:r>
              <a:rPr lang="fr-FR" dirty="0"/>
              <a:t>résoudre des problèmes techniques,</a:t>
            </a:r>
          </a:p>
          <a:p>
            <a:r>
              <a:rPr lang="fr-FR" dirty="0"/>
              <a:t>et appliquer les bonnes pratiques du développement web.</a:t>
            </a:r>
          </a:p>
          <a:p>
            <a:r>
              <a:rPr lang="fr-FR" dirty="0"/>
              <a:t>Je vous remercie pour votre attention et je suis prêt à répondre à vos questions.</a:t>
            </a:r>
          </a:p>
        </p:txBody>
      </p:sp>
    </p:spTree>
    <p:extLst>
      <p:ext uri="{BB962C8B-B14F-4D97-AF65-F5344CB8AC3E}">
        <p14:creationId xmlns:p14="http://schemas.microsoft.com/office/powerpoint/2010/main" val="16992418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{EECB0A7F-1B57-43D4-AAEE-391789D1B3E4}TF6d5feb1e-e145-43f1-b745-cb4b54c5ee97d1ca3ce8-604da7307be5</Template>
  <TotalTime>2595</TotalTime>
  <Words>1063</Words>
  <Application>Microsoft Office PowerPoint</Application>
  <PresentationFormat>Grand écran</PresentationFormat>
  <Paragraphs>113</Paragraphs>
  <Slides>18</Slides>
  <Notes>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Aptos</vt:lpstr>
      <vt:lpstr>Arial</vt:lpstr>
      <vt:lpstr>Tw Cen MT</vt:lpstr>
      <vt:lpstr>Circuit</vt:lpstr>
      <vt:lpstr>Trouve ton artisan</vt:lpstr>
      <vt:lpstr>🔹 Introduction</vt:lpstr>
      <vt:lpstr> 🔹 Contexte et besoins </vt:lpstr>
      <vt:lpstr>🔹 Fonctionnalités principales</vt:lpstr>
      <vt:lpstr>🔹 Architecture technique</vt:lpstr>
      <vt:lpstr>Maquettes figma ordinateur </vt:lpstr>
      <vt:lpstr>Maquette figma tablette</vt:lpstr>
      <vt:lpstr>Maquette mobile</vt:lpstr>
      <vt:lpstr>Diagramme uml</vt:lpstr>
      <vt:lpstr>Architecture du projet</vt:lpstr>
      <vt:lpstr>Frontend</vt:lpstr>
      <vt:lpstr>Image du site en ligne</vt:lpstr>
      <vt:lpstr>Backend</vt:lpstr>
      <vt:lpstr>🔹 Défis rencontrés</vt:lpstr>
      <vt:lpstr>🔹 Tests et qualité</vt:lpstr>
      <vt:lpstr>🔹 Compétences mobilisées</vt:lpstr>
      <vt:lpstr>🔹 Améliorations possibles</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Lory MARIE</dc:creator>
  <cp:lastModifiedBy>Lory MARIE</cp:lastModifiedBy>
  <cp:revision>1</cp:revision>
  <dcterms:created xsi:type="dcterms:W3CDTF">2025-12-16T20:22:15Z</dcterms:created>
  <dcterms:modified xsi:type="dcterms:W3CDTF">2025-12-18T15:37:54Z</dcterms:modified>
</cp:coreProperties>
</file>